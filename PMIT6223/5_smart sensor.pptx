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 id="2147483650" r:id="rId3"/>
  </p:sldMasterIdLst>
  <p:notesMasterIdLst>
    <p:notesMasterId r:id="rId27"/>
  </p:notesMasterIdLst>
  <p:sldIdLst>
    <p:sldId id="279"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9144000" cy="6858000" type="screen4x3"/>
  <p:notesSz cx="6858000" cy="9144000"/>
  <p:defaultTextStyle>
    <a:defPPr>
      <a:defRPr lang="en-GB"/>
    </a:defPPr>
    <a:lvl1pPr algn="l" defTabSz="457200" rtl="0" eaLnBrk="0" fontAlgn="base" hangingPunct="0">
      <a:spcBef>
        <a:spcPct val="0"/>
      </a:spcBef>
      <a:spcAft>
        <a:spcPct val="0"/>
      </a:spcAft>
      <a:defRPr kern="1200">
        <a:solidFill>
          <a:schemeClr val="bg1"/>
        </a:solidFill>
        <a:latin typeface="Arial" panose="020B0604020202020204" pitchFamily="34" charset="0"/>
        <a:ea typeface="+mn-ea"/>
        <a:cs typeface="DejaVu Sans" charset="0"/>
      </a:defRPr>
    </a:lvl1pPr>
    <a:lvl2pPr marL="742950" indent="-285750" algn="l" defTabSz="457200" rtl="0" eaLnBrk="0" fontAlgn="base" hangingPunct="0">
      <a:spcBef>
        <a:spcPct val="0"/>
      </a:spcBef>
      <a:spcAft>
        <a:spcPct val="0"/>
      </a:spcAft>
      <a:defRPr kern="1200">
        <a:solidFill>
          <a:schemeClr val="bg1"/>
        </a:solidFill>
        <a:latin typeface="Arial" panose="020B0604020202020204" pitchFamily="34" charset="0"/>
        <a:ea typeface="+mn-ea"/>
        <a:cs typeface="DejaVu Sans" charset="0"/>
      </a:defRPr>
    </a:lvl2pPr>
    <a:lvl3pPr marL="1143000" indent="-228600" algn="l" defTabSz="457200" rtl="0" eaLnBrk="0" fontAlgn="base" hangingPunct="0">
      <a:spcBef>
        <a:spcPct val="0"/>
      </a:spcBef>
      <a:spcAft>
        <a:spcPct val="0"/>
      </a:spcAft>
      <a:defRPr kern="1200">
        <a:solidFill>
          <a:schemeClr val="bg1"/>
        </a:solidFill>
        <a:latin typeface="Arial" panose="020B0604020202020204" pitchFamily="34" charset="0"/>
        <a:ea typeface="+mn-ea"/>
        <a:cs typeface="DejaVu Sans" charset="0"/>
      </a:defRPr>
    </a:lvl3pPr>
    <a:lvl4pPr marL="1600200" indent="-228600" algn="l" defTabSz="457200" rtl="0" eaLnBrk="0" fontAlgn="base" hangingPunct="0">
      <a:spcBef>
        <a:spcPct val="0"/>
      </a:spcBef>
      <a:spcAft>
        <a:spcPct val="0"/>
      </a:spcAft>
      <a:defRPr kern="1200">
        <a:solidFill>
          <a:schemeClr val="bg1"/>
        </a:solidFill>
        <a:latin typeface="Arial" panose="020B0604020202020204" pitchFamily="34" charset="0"/>
        <a:ea typeface="+mn-ea"/>
        <a:cs typeface="DejaVu Sans" charset="0"/>
      </a:defRPr>
    </a:lvl4pPr>
    <a:lvl5pPr marL="2057400" indent="-228600" algn="l" defTabSz="457200" rtl="0" eaLnBrk="0" fontAlgn="base" hangingPunct="0">
      <a:spcBef>
        <a:spcPct val="0"/>
      </a:spcBef>
      <a:spcAft>
        <a:spcPct val="0"/>
      </a:spcAft>
      <a:defRPr kern="1200">
        <a:solidFill>
          <a:schemeClr val="bg1"/>
        </a:solidFill>
        <a:latin typeface="Arial" panose="020B0604020202020204" pitchFamily="34" charset="0"/>
        <a:ea typeface="+mn-ea"/>
        <a:cs typeface="DejaVu Sans" charset="0"/>
      </a:defRPr>
    </a:lvl5pPr>
    <a:lvl6pPr marL="2286000" algn="l" defTabSz="914400" rtl="0" eaLnBrk="1" latinLnBrk="0" hangingPunct="1">
      <a:defRPr kern="1200">
        <a:solidFill>
          <a:schemeClr val="bg1"/>
        </a:solidFill>
        <a:latin typeface="Arial" panose="020B0604020202020204" pitchFamily="34" charset="0"/>
        <a:ea typeface="+mn-ea"/>
        <a:cs typeface="DejaVu Sans" charset="0"/>
      </a:defRPr>
    </a:lvl6pPr>
    <a:lvl7pPr marL="2743200" algn="l" defTabSz="914400" rtl="0" eaLnBrk="1" latinLnBrk="0" hangingPunct="1">
      <a:defRPr kern="1200">
        <a:solidFill>
          <a:schemeClr val="bg1"/>
        </a:solidFill>
        <a:latin typeface="Arial" panose="020B0604020202020204" pitchFamily="34" charset="0"/>
        <a:ea typeface="+mn-ea"/>
        <a:cs typeface="DejaVu Sans" charset="0"/>
      </a:defRPr>
    </a:lvl7pPr>
    <a:lvl8pPr marL="3200400" algn="l" defTabSz="914400" rtl="0" eaLnBrk="1" latinLnBrk="0" hangingPunct="1">
      <a:defRPr kern="1200">
        <a:solidFill>
          <a:schemeClr val="bg1"/>
        </a:solidFill>
        <a:latin typeface="Arial" panose="020B0604020202020204" pitchFamily="34" charset="0"/>
        <a:ea typeface="+mn-ea"/>
        <a:cs typeface="DejaVu Sans" charset="0"/>
      </a:defRPr>
    </a:lvl8pPr>
    <a:lvl9pPr marL="3657600" algn="l" defTabSz="914400" rtl="0" eaLnBrk="1" latinLnBrk="0" hangingPunct="1">
      <a:defRPr kern="1200">
        <a:solidFill>
          <a:schemeClr val="bg1"/>
        </a:solidFill>
        <a:latin typeface="Arial" panose="020B0604020202020204" pitchFamily="34" charset="0"/>
        <a:ea typeface="+mn-ea"/>
        <a:cs typeface="DejaVu Sans"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23"/>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1284"/>
    </p:cViewPr>
  </p:sorter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AutoShape 1">
            <a:extLst>
              <a:ext uri="{FF2B5EF4-FFF2-40B4-BE49-F238E27FC236}">
                <a16:creationId xmlns:a16="http://schemas.microsoft.com/office/drawing/2014/main" id="{67445DCC-0C05-884D-1128-F19A0FA34020}"/>
              </a:ext>
            </a:extLst>
          </p:cNvPr>
          <p:cNvSpPr>
            <a:spLocks noChangeArrowheads="1"/>
          </p:cNvSpPr>
          <p:nvPr/>
        </p:nvSpPr>
        <p:spPr bwMode="auto">
          <a:xfrm>
            <a:off x="0" y="0"/>
            <a:ext cx="6858000" cy="9144000"/>
          </a:xfrm>
          <a:prstGeom prst="roundRect">
            <a:avLst>
              <a:gd name="adj" fmla="val 23"/>
            </a:avLst>
          </a:prstGeom>
          <a:solidFill>
            <a:srgbClr val="FFFFFF"/>
          </a:solidFill>
          <a:ln>
            <a:noFill/>
          </a:ln>
          <a:extLst>
            <a:ext uri="{91240B29-F687-4F45-9708-019B960494DF}">
              <a14:hiddenLine xmlns:a14="http://schemas.microsoft.com/office/drawing/2010/main" w="9360">
                <a:solidFill>
                  <a:srgbClr val="000000"/>
                </a:solidFill>
                <a:miter lim="800000"/>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
        <p:nvSpPr>
          <p:cNvPr id="4099" name="AutoShape 2">
            <a:extLst>
              <a:ext uri="{FF2B5EF4-FFF2-40B4-BE49-F238E27FC236}">
                <a16:creationId xmlns:a16="http://schemas.microsoft.com/office/drawing/2014/main" id="{9ED24F8C-9905-1C62-F076-E62885347358}"/>
              </a:ext>
            </a:extLst>
          </p:cNvPr>
          <p:cNvSpPr>
            <a:spLocks noChangeArrowheads="1"/>
          </p:cNvSpPr>
          <p:nvPr/>
        </p:nvSpPr>
        <p:spPr bwMode="auto">
          <a:xfrm>
            <a:off x="0" y="0"/>
            <a:ext cx="6858000" cy="9144000"/>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
        <p:nvSpPr>
          <p:cNvPr id="4100" name="AutoShape 3">
            <a:extLst>
              <a:ext uri="{FF2B5EF4-FFF2-40B4-BE49-F238E27FC236}">
                <a16:creationId xmlns:a16="http://schemas.microsoft.com/office/drawing/2014/main" id="{295621C0-DFC6-C234-10AC-5D4870A0C0BF}"/>
              </a:ext>
            </a:extLst>
          </p:cNvPr>
          <p:cNvSpPr>
            <a:spLocks noChangeArrowheads="1"/>
          </p:cNvSpPr>
          <p:nvPr/>
        </p:nvSpPr>
        <p:spPr bwMode="auto">
          <a:xfrm>
            <a:off x="0" y="0"/>
            <a:ext cx="6858000" cy="9144000"/>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
        <p:nvSpPr>
          <p:cNvPr id="4101" name="Rectangle 4">
            <a:extLst>
              <a:ext uri="{FF2B5EF4-FFF2-40B4-BE49-F238E27FC236}">
                <a16:creationId xmlns:a16="http://schemas.microsoft.com/office/drawing/2014/main" id="{019F9B11-FFD2-6169-0C0E-95F09B4ACC86}"/>
              </a:ext>
            </a:extLst>
          </p:cNvPr>
          <p:cNvSpPr>
            <a:spLocks noGrp="1" noChangeArrowheads="1"/>
          </p:cNvSpPr>
          <p:nvPr>
            <p:ph type="sldImg"/>
          </p:nvPr>
        </p:nvSpPr>
        <p:spPr bwMode="auto">
          <a:xfrm>
            <a:off x="1003300" y="695325"/>
            <a:ext cx="4841875"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
        <p:nvSpPr>
          <p:cNvPr id="2" name="Rectangle 5">
            <a:extLst>
              <a:ext uri="{FF2B5EF4-FFF2-40B4-BE49-F238E27FC236}">
                <a16:creationId xmlns:a16="http://schemas.microsoft.com/office/drawing/2014/main" id="{DFD85493-438D-6772-F779-27F651A152E7}"/>
              </a:ext>
            </a:extLst>
          </p:cNvPr>
          <p:cNvSpPr>
            <a:spLocks noGrp="1" noChangeArrowheads="1"/>
          </p:cNvSpPr>
          <p:nvPr>
            <p:ph type="body"/>
          </p:nvPr>
        </p:nvSpPr>
        <p:spPr bwMode="auto">
          <a:xfrm>
            <a:off x="685800" y="4343400"/>
            <a:ext cx="5480050" cy="410845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p>
            <a:pPr lvl="0"/>
            <a:endParaRPr lang="en-US" noProof="0"/>
          </a:p>
        </p:txBody>
      </p:sp>
      <p:sp>
        <p:nvSpPr>
          <p:cNvPr id="4103" name="Text Box 6">
            <a:extLst>
              <a:ext uri="{FF2B5EF4-FFF2-40B4-BE49-F238E27FC236}">
                <a16:creationId xmlns:a16="http://schemas.microsoft.com/office/drawing/2014/main" id="{27EFA32A-17A0-9440-371F-E52370E70D8F}"/>
              </a:ext>
            </a:extLst>
          </p:cNvPr>
          <p:cNvSpPr txBox="1">
            <a:spLocks noChangeArrowheads="1"/>
          </p:cNvSpPr>
          <p:nvPr/>
        </p:nvSpPr>
        <p:spPr bwMode="auto">
          <a:xfrm>
            <a:off x="0" y="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
        <p:nvSpPr>
          <p:cNvPr id="4104" name="Text Box 7">
            <a:extLst>
              <a:ext uri="{FF2B5EF4-FFF2-40B4-BE49-F238E27FC236}">
                <a16:creationId xmlns:a16="http://schemas.microsoft.com/office/drawing/2014/main" id="{9122F449-7AA7-9D86-C74A-DC4F483276F9}"/>
              </a:ext>
            </a:extLst>
          </p:cNvPr>
          <p:cNvSpPr txBox="1">
            <a:spLocks noChangeArrowheads="1"/>
          </p:cNvSpPr>
          <p:nvPr/>
        </p:nvSpPr>
        <p:spPr bwMode="auto">
          <a:xfrm>
            <a:off x="3881438" y="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
        <p:nvSpPr>
          <p:cNvPr id="4105" name="Text Box 8">
            <a:extLst>
              <a:ext uri="{FF2B5EF4-FFF2-40B4-BE49-F238E27FC236}">
                <a16:creationId xmlns:a16="http://schemas.microsoft.com/office/drawing/2014/main" id="{EC06EF6E-FBA4-368E-E69A-0FBC4F6CC5CF}"/>
              </a:ext>
            </a:extLst>
          </p:cNvPr>
          <p:cNvSpPr txBox="1">
            <a:spLocks noChangeArrowheads="1"/>
          </p:cNvSpPr>
          <p:nvPr/>
        </p:nvSpPr>
        <p:spPr bwMode="auto">
          <a:xfrm>
            <a:off x="0"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
        <p:nvSpPr>
          <p:cNvPr id="3" name="Rectangle 9">
            <a:extLst>
              <a:ext uri="{FF2B5EF4-FFF2-40B4-BE49-F238E27FC236}">
                <a16:creationId xmlns:a16="http://schemas.microsoft.com/office/drawing/2014/main" id="{DF8D7B4D-40C3-2682-8C7C-3102A02FA06C}"/>
              </a:ext>
            </a:extLst>
          </p:cNvPr>
          <p:cNvSpPr>
            <a:spLocks noGrp="1" noChangeArrowheads="1"/>
          </p:cNvSpPr>
          <p:nvPr>
            <p:ph type="sldNum"/>
          </p:nvPr>
        </p:nvSpPr>
        <p:spPr bwMode="auto">
          <a:xfrm>
            <a:off x="3881438" y="8686800"/>
            <a:ext cx="2970212" cy="450850"/>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lvl1pPr algn="r" eaLnBrk="1">
              <a:lnSpc>
                <a:spcPct val="93000"/>
              </a:lnSpc>
              <a:buSzPct val="100000"/>
              <a:tabLst>
                <a:tab pos="723900" algn="l"/>
                <a:tab pos="1447800" algn="l"/>
                <a:tab pos="2171700" algn="l"/>
                <a:tab pos="2895600" algn="l"/>
              </a:tabLst>
              <a:defRPr sz="1400">
                <a:solidFill>
                  <a:srgbClr val="000000"/>
                </a:solidFill>
                <a:latin typeface="Times New Roman" panose="02020603050405020304" pitchFamily="18" charset="0"/>
              </a:defRPr>
            </a:lvl1pPr>
          </a:lstStyle>
          <a:p>
            <a:fld id="{2DFE973D-A038-4A39-8FD3-BBBBF3D5AA7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9">
            <a:extLst>
              <a:ext uri="{FF2B5EF4-FFF2-40B4-BE49-F238E27FC236}">
                <a16:creationId xmlns:a16="http://schemas.microsoft.com/office/drawing/2014/main" id="{CDD80293-B1B7-F996-A00A-B5E96F7DB43F}"/>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E6A1A72F-AF8C-4BCD-8C9C-0CC8F65DECBE}" type="slidenum">
              <a:rPr lang="en-US" altLang="en-US" sz="1400"/>
              <a:pPr>
                <a:spcBef>
                  <a:spcPct val="0"/>
                </a:spcBef>
                <a:buClrTx/>
                <a:buFontTx/>
                <a:buNone/>
              </a:pPr>
              <a:t>2</a:t>
            </a:fld>
            <a:endParaRPr lang="en-US" altLang="en-US" sz="1400"/>
          </a:p>
        </p:txBody>
      </p:sp>
      <p:sp>
        <p:nvSpPr>
          <p:cNvPr id="7171" name="Text Box 1">
            <a:extLst>
              <a:ext uri="{FF2B5EF4-FFF2-40B4-BE49-F238E27FC236}">
                <a16:creationId xmlns:a16="http://schemas.microsoft.com/office/drawing/2014/main" id="{63C742BC-9B5B-83A4-CF02-3BD5C75A736E}"/>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1E05800D-6ADF-474D-B9D6-AE4E21E39675}" type="slidenum">
              <a:rPr lang="en-US" altLang="en-US" sz="1400"/>
              <a:pPr algn="r" eaLnBrk="1">
                <a:lnSpc>
                  <a:spcPct val="93000"/>
                </a:lnSpc>
                <a:spcBef>
                  <a:spcPct val="0"/>
                </a:spcBef>
                <a:buClrTx/>
                <a:buFontTx/>
                <a:buNone/>
              </a:pPr>
              <a:t>2</a:t>
            </a:fld>
            <a:endParaRPr lang="en-US" altLang="en-US" sz="1400"/>
          </a:p>
        </p:txBody>
      </p:sp>
      <p:sp>
        <p:nvSpPr>
          <p:cNvPr id="7172" name="Text Box 2">
            <a:extLst>
              <a:ext uri="{FF2B5EF4-FFF2-40B4-BE49-F238E27FC236}">
                <a16:creationId xmlns:a16="http://schemas.microsoft.com/office/drawing/2014/main" id="{0913FEA8-5C52-6092-44ED-A3BDA3EA21ED}"/>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AC0589CC-591E-4E9C-9029-5BB8FC6CA383}" type="slidenum">
              <a:rPr lang="en-US" altLang="en-US" sz="1400"/>
              <a:pPr algn="r" eaLnBrk="1">
                <a:lnSpc>
                  <a:spcPct val="93000"/>
                </a:lnSpc>
                <a:spcBef>
                  <a:spcPct val="0"/>
                </a:spcBef>
                <a:buClrTx/>
                <a:buFontTx/>
                <a:buNone/>
              </a:pPr>
              <a:t>2</a:t>
            </a:fld>
            <a:endParaRPr lang="en-US" altLang="en-US" sz="1400"/>
          </a:p>
        </p:txBody>
      </p:sp>
      <p:sp>
        <p:nvSpPr>
          <p:cNvPr id="7173" name="Rectangle 3">
            <a:extLst>
              <a:ext uri="{FF2B5EF4-FFF2-40B4-BE49-F238E27FC236}">
                <a16:creationId xmlns:a16="http://schemas.microsoft.com/office/drawing/2014/main" id="{BF7E8EA2-CBB6-1D81-813B-7AB253787639}"/>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7174" name="Rectangle 4">
            <a:extLst>
              <a:ext uri="{FF2B5EF4-FFF2-40B4-BE49-F238E27FC236}">
                <a16:creationId xmlns:a16="http://schemas.microsoft.com/office/drawing/2014/main" id="{A2802025-799B-2352-79E6-B9816BB85FDD}"/>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9">
            <a:extLst>
              <a:ext uri="{FF2B5EF4-FFF2-40B4-BE49-F238E27FC236}">
                <a16:creationId xmlns:a16="http://schemas.microsoft.com/office/drawing/2014/main" id="{C3929273-4687-4C51-7295-2CEC5437058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FE4E1A8F-10C5-4FC7-B6B3-31760378E42C}" type="slidenum">
              <a:rPr lang="en-US" altLang="en-US" sz="1400"/>
              <a:pPr>
                <a:spcBef>
                  <a:spcPct val="0"/>
                </a:spcBef>
                <a:buClrTx/>
                <a:buFontTx/>
                <a:buNone/>
              </a:pPr>
              <a:t>3</a:t>
            </a:fld>
            <a:endParaRPr lang="en-US" altLang="en-US" sz="1400"/>
          </a:p>
        </p:txBody>
      </p:sp>
      <p:sp>
        <p:nvSpPr>
          <p:cNvPr id="9219" name="Text Box 1">
            <a:extLst>
              <a:ext uri="{FF2B5EF4-FFF2-40B4-BE49-F238E27FC236}">
                <a16:creationId xmlns:a16="http://schemas.microsoft.com/office/drawing/2014/main" id="{85F3A4CB-799E-1F17-89B3-8D43F1827758}"/>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1057CD3F-CBB7-42FF-956E-240A369F05C9}" type="slidenum">
              <a:rPr lang="en-US" altLang="en-US" sz="1400"/>
              <a:pPr algn="r" eaLnBrk="1">
                <a:lnSpc>
                  <a:spcPct val="93000"/>
                </a:lnSpc>
                <a:spcBef>
                  <a:spcPct val="0"/>
                </a:spcBef>
                <a:buClrTx/>
                <a:buFontTx/>
                <a:buNone/>
              </a:pPr>
              <a:t>3</a:t>
            </a:fld>
            <a:endParaRPr lang="en-US" altLang="en-US" sz="1400"/>
          </a:p>
        </p:txBody>
      </p:sp>
      <p:sp>
        <p:nvSpPr>
          <p:cNvPr id="9220" name="Text Box 2">
            <a:extLst>
              <a:ext uri="{FF2B5EF4-FFF2-40B4-BE49-F238E27FC236}">
                <a16:creationId xmlns:a16="http://schemas.microsoft.com/office/drawing/2014/main" id="{0F737005-5417-1F14-2D5D-44490C1627C3}"/>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CA7E0161-A34C-40C6-8F5A-AAB32D73E32E}" type="slidenum">
              <a:rPr lang="en-US" altLang="en-US" sz="1400"/>
              <a:pPr algn="r" eaLnBrk="1">
                <a:lnSpc>
                  <a:spcPct val="93000"/>
                </a:lnSpc>
                <a:spcBef>
                  <a:spcPct val="0"/>
                </a:spcBef>
                <a:buClrTx/>
                <a:buFontTx/>
                <a:buNone/>
              </a:pPr>
              <a:t>3</a:t>
            </a:fld>
            <a:endParaRPr lang="en-US" altLang="en-US" sz="1400"/>
          </a:p>
        </p:txBody>
      </p:sp>
      <p:sp>
        <p:nvSpPr>
          <p:cNvPr id="9221" name="Rectangle 3">
            <a:extLst>
              <a:ext uri="{FF2B5EF4-FFF2-40B4-BE49-F238E27FC236}">
                <a16:creationId xmlns:a16="http://schemas.microsoft.com/office/drawing/2014/main" id="{46212772-36BA-FD5A-9C7B-4A8778FA7B21}"/>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9222" name="Rectangle 4">
            <a:extLst>
              <a:ext uri="{FF2B5EF4-FFF2-40B4-BE49-F238E27FC236}">
                <a16:creationId xmlns:a16="http://schemas.microsoft.com/office/drawing/2014/main" id="{8C84D7E8-7A30-8F0C-B3A8-2F97E84A6866}"/>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9">
            <a:extLst>
              <a:ext uri="{FF2B5EF4-FFF2-40B4-BE49-F238E27FC236}">
                <a16:creationId xmlns:a16="http://schemas.microsoft.com/office/drawing/2014/main" id="{AD197C30-F424-8212-8B28-956E545879E3}"/>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5B14C364-1EFC-4B05-A35F-E97E0BD8E7B2}" type="slidenum">
              <a:rPr lang="en-US" altLang="en-US" sz="1400"/>
              <a:pPr>
                <a:spcBef>
                  <a:spcPct val="0"/>
                </a:spcBef>
                <a:buClrTx/>
                <a:buFontTx/>
                <a:buNone/>
              </a:pPr>
              <a:t>4</a:t>
            </a:fld>
            <a:endParaRPr lang="en-US" altLang="en-US" sz="1400"/>
          </a:p>
        </p:txBody>
      </p:sp>
      <p:sp>
        <p:nvSpPr>
          <p:cNvPr id="11267" name="Text Box 1">
            <a:extLst>
              <a:ext uri="{FF2B5EF4-FFF2-40B4-BE49-F238E27FC236}">
                <a16:creationId xmlns:a16="http://schemas.microsoft.com/office/drawing/2014/main" id="{A3FDC038-0FBC-84BD-8D00-ED6DB6E7CCA8}"/>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3D30C034-35EC-4F3E-8686-4239C03C20BC}" type="slidenum">
              <a:rPr lang="en-US" altLang="en-US" sz="1400"/>
              <a:pPr algn="r" eaLnBrk="1">
                <a:lnSpc>
                  <a:spcPct val="93000"/>
                </a:lnSpc>
                <a:spcBef>
                  <a:spcPct val="0"/>
                </a:spcBef>
                <a:buClrTx/>
                <a:buFontTx/>
                <a:buNone/>
              </a:pPr>
              <a:t>4</a:t>
            </a:fld>
            <a:endParaRPr lang="en-US" altLang="en-US" sz="1400"/>
          </a:p>
        </p:txBody>
      </p:sp>
      <p:sp>
        <p:nvSpPr>
          <p:cNvPr id="11268" name="Text Box 2">
            <a:extLst>
              <a:ext uri="{FF2B5EF4-FFF2-40B4-BE49-F238E27FC236}">
                <a16:creationId xmlns:a16="http://schemas.microsoft.com/office/drawing/2014/main" id="{E7C4584B-D9F1-C440-07AF-DE99310DDF89}"/>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C633F6E7-320D-42A2-B367-89E937D822B2}" type="slidenum">
              <a:rPr lang="en-US" altLang="en-US" sz="1400"/>
              <a:pPr algn="r" eaLnBrk="1">
                <a:lnSpc>
                  <a:spcPct val="93000"/>
                </a:lnSpc>
                <a:spcBef>
                  <a:spcPct val="0"/>
                </a:spcBef>
                <a:buClrTx/>
                <a:buFontTx/>
                <a:buNone/>
              </a:pPr>
              <a:t>4</a:t>
            </a:fld>
            <a:endParaRPr lang="en-US" altLang="en-US" sz="1400"/>
          </a:p>
        </p:txBody>
      </p:sp>
      <p:sp>
        <p:nvSpPr>
          <p:cNvPr id="11269" name="Rectangle 3">
            <a:extLst>
              <a:ext uri="{FF2B5EF4-FFF2-40B4-BE49-F238E27FC236}">
                <a16:creationId xmlns:a16="http://schemas.microsoft.com/office/drawing/2014/main" id="{DD88EE1F-BC32-FAD1-D8B6-1F54C65D1F13}"/>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11270" name="Rectangle 4">
            <a:extLst>
              <a:ext uri="{FF2B5EF4-FFF2-40B4-BE49-F238E27FC236}">
                <a16:creationId xmlns:a16="http://schemas.microsoft.com/office/drawing/2014/main" id="{C7DB6864-BC4D-9CDB-5ADA-E4D6AA63459B}"/>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9">
            <a:extLst>
              <a:ext uri="{FF2B5EF4-FFF2-40B4-BE49-F238E27FC236}">
                <a16:creationId xmlns:a16="http://schemas.microsoft.com/office/drawing/2014/main" id="{FF264F58-3928-3F8B-CE2D-26F2C273222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EB6EA803-62C7-42BD-8041-C84737FEC3C0}" type="slidenum">
              <a:rPr lang="en-US" altLang="en-US" sz="1400"/>
              <a:pPr>
                <a:spcBef>
                  <a:spcPct val="0"/>
                </a:spcBef>
                <a:buClrTx/>
                <a:buFontTx/>
                <a:buNone/>
              </a:pPr>
              <a:t>5</a:t>
            </a:fld>
            <a:endParaRPr lang="en-US" altLang="en-US" sz="1400"/>
          </a:p>
        </p:txBody>
      </p:sp>
      <p:sp>
        <p:nvSpPr>
          <p:cNvPr id="13315" name="Text Box 1">
            <a:extLst>
              <a:ext uri="{FF2B5EF4-FFF2-40B4-BE49-F238E27FC236}">
                <a16:creationId xmlns:a16="http://schemas.microsoft.com/office/drawing/2014/main" id="{CEF815AB-AB0C-1F6F-8AD2-DDABC1034F88}"/>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92696BDE-7567-4F96-89A1-79B9B92EBA6A}" type="slidenum">
              <a:rPr lang="en-US" altLang="en-US" sz="1400"/>
              <a:pPr algn="r" eaLnBrk="1">
                <a:lnSpc>
                  <a:spcPct val="93000"/>
                </a:lnSpc>
                <a:spcBef>
                  <a:spcPct val="0"/>
                </a:spcBef>
                <a:buClrTx/>
                <a:buFontTx/>
                <a:buNone/>
              </a:pPr>
              <a:t>5</a:t>
            </a:fld>
            <a:endParaRPr lang="en-US" altLang="en-US" sz="1400"/>
          </a:p>
        </p:txBody>
      </p:sp>
      <p:sp>
        <p:nvSpPr>
          <p:cNvPr id="13316" name="Text Box 2">
            <a:extLst>
              <a:ext uri="{FF2B5EF4-FFF2-40B4-BE49-F238E27FC236}">
                <a16:creationId xmlns:a16="http://schemas.microsoft.com/office/drawing/2014/main" id="{5FE1416A-E8EA-7617-E82F-35F66145FA30}"/>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65E81DD9-1C52-4C3A-A746-EA27093A070F}" type="slidenum">
              <a:rPr lang="en-US" altLang="en-US" sz="1400"/>
              <a:pPr algn="r" eaLnBrk="1">
                <a:lnSpc>
                  <a:spcPct val="93000"/>
                </a:lnSpc>
                <a:spcBef>
                  <a:spcPct val="0"/>
                </a:spcBef>
                <a:buClrTx/>
                <a:buFontTx/>
                <a:buNone/>
              </a:pPr>
              <a:t>5</a:t>
            </a:fld>
            <a:endParaRPr lang="en-US" altLang="en-US" sz="1400"/>
          </a:p>
        </p:txBody>
      </p:sp>
      <p:sp>
        <p:nvSpPr>
          <p:cNvPr id="13317" name="Rectangle 3">
            <a:extLst>
              <a:ext uri="{FF2B5EF4-FFF2-40B4-BE49-F238E27FC236}">
                <a16:creationId xmlns:a16="http://schemas.microsoft.com/office/drawing/2014/main" id="{479FFDBC-39C0-9126-3ED8-C4741EDDE5F0}"/>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13318" name="Rectangle 4">
            <a:extLst>
              <a:ext uri="{FF2B5EF4-FFF2-40B4-BE49-F238E27FC236}">
                <a16:creationId xmlns:a16="http://schemas.microsoft.com/office/drawing/2014/main" id="{79633C81-5BB5-C450-65FF-A1410DCADEE0}"/>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9">
            <a:extLst>
              <a:ext uri="{FF2B5EF4-FFF2-40B4-BE49-F238E27FC236}">
                <a16:creationId xmlns:a16="http://schemas.microsoft.com/office/drawing/2014/main" id="{2AD8FD02-2D81-8FDC-B011-782BAB6E82E5}"/>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758EB193-1A4E-4FE0-97F1-152E1CEE060D}" type="slidenum">
              <a:rPr lang="en-US" altLang="en-US" sz="1400"/>
              <a:pPr>
                <a:spcBef>
                  <a:spcPct val="0"/>
                </a:spcBef>
                <a:buClrTx/>
                <a:buFontTx/>
                <a:buNone/>
              </a:pPr>
              <a:t>6</a:t>
            </a:fld>
            <a:endParaRPr lang="en-US" altLang="en-US" sz="1400"/>
          </a:p>
        </p:txBody>
      </p:sp>
      <p:sp>
        <p:nvSpPr>
          <p:cNvPr id="15363" name="Text Box 1">
            <a:extLst>
              <a:ext uri="{FF2B5EF4-FFF2-40B4-BE49-F238E27FC236}">
                <a16:creationId xmlns:a16="http://schemas.microsoft.com/office/drawing/2014/main" id="{70D993EC-67BC-90C3-0A20-3079D4C0D25D}"/>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2E7B053C-8132-41A9-9A31-B72275C33C84}" type="slidenum">
              <a:rPr lang="en-US" altLang="en-US" sz="1400"/>
              <a:pPr algn="r" eaLnBrk="1">
                <a:lnSpc>
                  <a:spcPct val="93000"/>
                </a:lnSpc>
                <a:spcBef>
                  <a:spcPct val="0"/>
                </a:spcBef>
                <a:buClrTx/>
                <a:buFontTx/>
                <a:buNone/>
              </a:pPr>
              <a:t>6</a:t>
            </a:fld>
            <a:endParaRPr lang="en-US" altLang="en-US" sz="1400"/>
          </a:p>
        </p:txBody>
      </p:sp>
      <p:sp>
        <p:nvSpPr>
          <p:cNvPr id="15364" name="Text Box 2">
            <a:extLst>
              <a:ext uri="{FF2B5EF4-FFF2-40B4-BE49-F238E27FC236}">
                <a16:creationId xmlns:a16="http://schemas.microsoft.com/office/drawing/2014/main" id="{A97AFE3F-AB71-ED18-60B3-928409411D09}"/>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2AEBC92B-DD40-4258-9444-3E51136DC3BF}" type="slidenum">
              <a:rPr lang="en-US" altLang="en-US" sz="1400"/>
              <a:pPr algn="r" eaLnBrk="1">
                <a:lnSpc>
                  <a:spcPct val="93000"/>
                </a:lnSpc>
                <a:spcBef>
                  <a:spcPct val="0"/>
                </a:spcBef>
                <a:buClrTx/>
                <a:buFontTx/>
                <a:buNone/>
              </a:pPr>
              <a:t>6</a:t>
            </a:fld>
            <a:endParaRPr lang="en-US" altLang="en-US" sz="1400"/>
          </a:p>
        </p:txBody>
      </p:sp>
      <p:sp>
        <p:nvSpPr>
          <p:cNvPr id="15365" name="Rectangle 3">
            <a:extLst>
              <a:ext uri="{FF2B5EF4-FFF2-40B4-BE49-F238E27FC236}">
                <a16:creationId xmlns:a16="http://schemas.microsoft.com/office/drawing/2014/main" id="{1CEB9024-C4BC-2E79-C5ED-85A6EC8888E5}"/>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15366" name="Rectangle 4">
            <a:extLst>
              <a:ext uri="{FF2B5EF4-FFF2-40B4-BE49-F238E27FC236}">
                <a16:creationId xmlns:a16="http://schemas.microsoft.com/office/drawing/2014/main" id="{51684956-502D-8C05-D7DD-4C38F2A101BE}"/>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9">
            <a:extLst>
              <a:ext uri="{FF2B5EF4-FFF2-40B4-BE49-F238E27FC236}">
                <a16:creationId xmlns:a16="http://schemas.microsoft.com/office/drawing/2014/main" id="{032DD5FD-1CF9-DFA5-6BFF-EB0841289FE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CB39A82D-F59D-422C-A4E0-0C46D692138D}" type="slidenum">
              <a:rPr lang="en-US" altLang="en-US" sz="1400"/>
              <a:pPr>
                <a:spcBef>
                  <a:spcPct val="0"/>
                </a:spcBef>
                <a:buClrTx/>
                <a:buFontTx/>
                <a:buNone/>
              </a:pPr>
              <a:t>7</a:t>
            </a:fld>
            <a:endParaRPr lang="en-US" altLang="en-US" sz="1400"/>
          </a:p>
        </p:txBody>
      </p:sp>
      <p:sp>
        <p:nvSpPr>
          <p:cNvPr id="17411" name="Text Box 1">
            <a:extLst>
              <a:ext uri="{FF2B5EF4-FFF2-40B4-BE49-F238E27FC236}">
                <a16:creationId xmlns:a16="http://schemas.microsoft.com/office/drawing/2014/main" id="{5B30F627-5207-5791-B9CA-568E0F0536D4}"/>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B17E0306-628D-4ABE-8578-96BFC0524ADD}" type="slidenum">
              <a:rPr lang="en-US" altLang="en-US" sz="1400"/>
              <a:pPr algn="r" eaLnBrk="1">
                <a:lnSpc>
                  <a:spcPct val="93000"/>
                </a:lnSpc>
                <a:spcBef>
                  <a:spcPct val="0"/>
                </a:spcBef>
                <a:buClrTx/>
                <a:buFontTx/>
                <a:buNone/>
              </a:pPr>
              <a:t>7</a:t>
            </a:fld>
            <a:endParaRPr lang="en-US" altLang="en-US" sz="1400"/>
          </a:p>
        </p:txBody>
      </p:sp>
      <p:sp>
        <p:nvSpPr>
          <p:cNvPr id="17412" name="Text Box 2">
            <a:extLst>
              <a:ext uri="{FF2B5EF4-FFF2-40B4-BE49-F238E27FC236}">
                <a16:creationId xmlns:a16="http://schemas.microsoft.com/office/drawing/2014/main" id="{B42563F8-529C-622E-2006-D00CE618F976}"/>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92B91D8D-7603-4DE1-B33C-0921977F2F98}" type="slidenum">
              <a:rPr lang="en-US" altLang="en-US" sz="1400"/>
              <a:pPr algn="r" eaLnBrk="1">
                <a:lnSpc>
                  <a:spcPct val="93000"/>
                </a:lnSpc>
                <a:spcBef>
                  <a:spcPct val="0"/>
                </a:spcBef>
                <a:buClrTx/>
                <a:buFontTx/>
                <a:buNone/>
              </a:pPr>
              <a:t>7</a:t>
            </a:fld>
            <a:endParaRPr lang="en-US" altLang="en-US" sz="1400"/>
          </a:p>
        </p:txBody>
      </p:sp>
      <p:sp>
        <p:nvSpPr>
          <p:cNvPr id="17413" name="Rectangle 3">
            <a:extLst>
              <a:ext uri="{FF2B5EF4-FFF2-40B4-BE49-F238E27FC236}">
                <a16:creationId xmlns:a16="http://schemas.microsoft.com/office/drawing/2014/main" id="{D0AC5BB0-731D-64C1-5E2C-730CC5CAD82B}"/>
              </a:ext>
            </a:extLst>
          </p:cNvPr>
          <p:cNvSpPr>
            <a:spLocks noChangeArrowheads="1" noTextEdit="1"/>
          </p:cNvSpPr>
          <p:nvPr>
            <p:ph type="sldImg"/>
          </p:nvPr>
        </p:nvSpPr>
        <p:spPr>
          <a:xfrm>
            <a:off x="-14227175" y="-11796713"/>
            <a:ext cx="16656050" cy="12492038"/>
          </a:xfrm>
          <a:solidFill>
            <a:srgbClr val="FFFFFF"/>
          </a:solidFill>
          <a:ln>
            <a:solidFill>
              <a:srgbClr val="000000"/>
            </a:solidFill>
            <a:miter lim="800000"/>
            <a:headEnd/>
            <a:tailEnd/>
          </a:ln>
        </p:spPr>
      </p:sp>
      <p:sp>
        <p:nvSpPr>
          <p:cNvPr id="17414" name="Rectangle 4">
            <a:extLst>
              <a:ext uri="{FF2B5EF4-FFF2-40B4-BE49-F238E27FC236}">
                <a16:creationId xmlns:a16="http://schemas.microsoft.com/office/drawing/2014/main" id="{877E6A37-4BD5-E825-12CC-64BAD0983354}"/>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9">
            <a:extLst>
              <a:ext uri="{FF2B5EF4-FFF2-40B4-BE49-F238E27FC236}">
                <a16:creationId xmlns:a16="http://schemas.microsoft.com/office/drawing/2014/main" id="{0F5884D2-2B53-364F-52AA-68F36006101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FD81842B-E204-46D2-9BA3-7B18189C8DEE}" type="slidenum">
              <a:rPr lang="en-US" altLang="en-US" sz="1400"/>
              <a:pPr>
                <a:spcBef>
                  <a:spcPct val="0"/>
                </a:spcBef>
                <a:buClrTx/>
                <a:buFontTx/>
                <a:buNone/>
              </a:pPr>
              <a:t>8</a:t>
            </a:fld>
            <a:endParaRPr lang="en-US" altLang="en-US" sz="1400"/>
          </a:p>
        </p:txBody>
      </p:sp>
      <p:sp>
        <p:nvSpPr>
          <p:cNvPr id="19459" name="Rectangle 1">
            <a:extLst>
              <a:ext uri="{FF2B5EF4-FFF2-40B4-BE49-F238E27FC236}">
                <a16:creationId xmlns:a16="http://schemas.microsoft.com/office/drawing/2014/main" id="{1FA6DA09-B50B-11E6-7CC4-0112143A3CC6}"/>
              </a:ext>
            </a:extLst>
          </p:cNvPr>
          <p:cNvSpPr>
            <a:spLocks noChangeArrowheads="1" noTextEdit="1"/>
          </p:cNvSpPr>
          <p:nvPr>
            <p:ph type="sldImg"/>
          </p:nvPr>
        </p:nvSpPr>
        <p:spPr>
          <a:xfrm>
            <a:off x="1141413" y="695325"/>
            <a:ext cx="4567237" cy="3424238"/>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94E5763B-9989-8ADC-1C75-CA03CE58574B}"/>
              </a:ext>
            </a:extLst>
          </p:cNvPr>
          <p:cNvSpPr>
            <a:spLocks noChangeArrowheads="1"/>
          </p:cNvSpPr>
          <p:nvPr>
            <p:ph type="body" idx="1"/>
          </p:nvPr>
        </p:nvSpPr>
        <p:spPr>
          <a:xfrm>
            <a:off x="685800" y="4343400"/>
            <a:ext cx="5481638" cy="40211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9">
            <a:extLst>
              <a:ext uri="{FF2B5EF4-FFF2-40B4-BE49-F238E27FC236}">
                <a16:creationId xmlns:a16="http://schemas.microsoft.com/office/drawing/2014/main" id="{C20D88FB-C9E0-C301-8EC4-C70F73E1F10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1CF86C7D-6D06-4888-B9D3-9F58D46A8D41}" type="slidenum">
              <a:rPr lang="en-US" altLang="en-US" sz="1400"/>
              <a:pPr>
                <a:spcBef>
                  <a:spcPct val="0"/>
                </a:spcBef>
                <a:buClrTx/>
                <a:buFontTx/>
                <a:buNone/>
              </a:pPr>
              <a:t>9</a:t>
            </a:fld>
            <a:endParaRPr lang="en-US" altLang="en-US" sz="1400"/>
          </a:p>
        </p:txBody>
      </p:sp>
      <p:sp>
        <p:nvSpPr>
          <p:cNvPr id="21507" name="Rectangle 1">
            <a:extLst>
              <a:ext uri="{FF2B5EF4-FFF2-40B4-BE49-F238E27FC236}">
                <a16:creationId xmlns:a16="http://schemas.microsoft.com/office/drawing/2014/main" id="{E8069B95-1040-DCED-7EC4-E282AB57D388}"/>
              </a:ext>
            </a:extLst>
          </p:cNvPr>
          <p:cNvSpPr>
            <a:spLocks noChangeArrowheads="1" noTextEdit="1"/>
          </p:cNvSpPr>
          <p:nvPr>
            <p:ph type="sldImg"/>
          </p:nvPr>
        </p:nvSpPr>
        <p:spPr>
          <a:xfrm>
            <a:off x="1141413" y="695325"/>
            <a:ext cx="4567237" cy="3424238"/>
          </a:xfrm>
          <a:solidFill>
            <a:srgbClr val="FFFFFF"/>
          </a:solidFill>
          <a:ln>
            <a:solidFill>
              <a:srgbClr val="000000"/>
            </a:solidFill>
            <a:miter lim="800000"/>
            <a:headEnd/>
            <a:tailEnd/>
          </a:ln>
        </p:spPr>
      </p:sp>
      <p:sp>
        <p:nvSpPr>
          <p:cNvPr id="21508" name="Rectangle 2">
            <a:extLst>
              <a:ext uri="{FF2B5EF4-FFF2-40B4-BE49-F238E27FC236}">
                <a16:creationId xmlns:a16="http://schemas.microsoft.com/office/drawing/2014/main" id="{EEBED1D1-1883-AB04-A036-E4854CEC2719}"/>
              </a:ext>
            </a:extLst>
          </p:cNvPr>
          <p:cNvSpPr>
            <a:spLocks noChangeArrowheads="1"/>
          </p:cNvSpPr>
          <p:nvPr>
            <p:ph type="body" idx="1"/>
          </p:nvPr>
        </p:nvSpPr>
        <p:spPr>
          <a:xfrm>
            <a:off x="685800" y="4343400"/>
            <a:ext cx="5481638" cy="40211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9">
            <a:extLst>
              <a:ext uri="{FF2B5EF4-FFF2-40B4-BE49-F238E27FC236}">
                <a16:creationId xmlns:a16="http://schemas.microsoft.com/office/drawing/2014/main" id="{5CE4BCE0-1B39-0355-CCA9-D86FE94824A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A4DF5A1A-741F-424D-B8A9-F71CC7378CF9}" type="slidenum">
              <a:rPr lang="en-US" altLang="en-US" sz="1400"/>
              <a:pPr>
                <a:spcBef>
                  <a:spcPct val="0"/>
                </a:spcBef>
                <a:buClrTx/>
                <a:buFontTx/>
                <a:buNone/>
              </a:pPr>
              <a:t>10</a:t>
            </a:fld>
            <a:endParaRPr lang="en-US" altLang="en-US" sz="1400"/>
          </a:p>
        </p:txBody>
      </p:sp>
      <p:sp>
        <p:nvSpPr>
          <p:cNvPr id="23555" name="Text Box 1">
            <a:extLst>
              <a:ext uri="{FF2B5EF4-FFF2-40B4-BE49-F238E27FC236}">
                <a16:creationId xmlns:a16="http://schemas.microsoft.com/office/drawing/2014/main" id="{255BEC1D-EBF7-8BFF-CDF5-64BA03D20EFA}"/>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E8C973CF-D135-43AF-8260-4D8FF599BF36}" type="slidenum">
              <a:rPr lang="en-US" altLang="en-US" sz="1400"/>
              <a:pPr algn="r" eaLnBrk="1">
                <a:lnSpc>
                  <a:spcPct val="93000"/>
                </a:lnSpc>
                <a:spcBef>
                  <a:spcPct val="0"/>
                </a:spcBef>
                <a:buClrTx/>
                <a:buFontTx/>
                <a:buNone/>
              </a:pPr>
              <a:t>10</a:t>
            </a:fld>
            <a:endParaRPr lang="en-US" altLang="en-US" sz="1400"/>
          </a:p>
        </p:txBody>
      </p:sp>
      <p:sp>
        <p:nvSpPr>
          <p:cNvPr id="23556" name="Text Box 2">
            <a:extLst>
              <a:ext uri="{FF2B5EF4-FFF2-40B4-BE49-F238E27FC236}">
                <a16:creationId xmlns:a16="http://schemas.microsoft.com/office/drawing/2014/main" id="{A90171F1-8104-B3ED-CB91-3048B9DB92C3}"/>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4DA8EF8E-2D2B-4ED4-B3B8-77D8422C9CDA}" type="slidenum">
              <a:rPr lang="en-US" altLang="en-US" sz="1400"/>
              <a:pPr algn="r" eaLnBrk="1">
                <a:lnSpc>
                  <a:spcPct val="93000"/>
                </a:lnSpc>
                <a:spcBef>
                  <a:spcPct val="0"/>
                </a:spcBef>
                <a:buClrTx/>
                <a:buFontTx/>
                <a:buNone/>
              </a:pPr>
              <a:t>10</a:t>
            </a:fld>
            <a:endParaRPr lang="en-US" altLang="en-US" sz="1400"/>
          </a:p>
        </p:txBody>
      </p:sp>
      <p:sp>
        <p:nvSpPr>
          <p:cNvPr id="23557" name="Rectangle 3">
            <a:extLst>
              <a:ext uri="{FF2B5EF4-FFF2-40B4-BE49-F238E27FC236}">
                <a16:creationId xmlns:a16="http://schemas.microsoft.com/office/drawing/2014/main" id="{19100104-F720-726D-3656-8239C540B59F}"/>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23558" name="Rectangle 4">
            <a:extLst>
              <a:ext uri="{FF2B5EF4-FFF2-40B4-BE49-F238E27FC236}">
                <a16:creationId xmlns:a16="http://schemas.microsoft.com/office/drawing/2014/main" id="{48A15204-F8C2-A120-7167-9EADEB8EF899}"/>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9">
            <a:extLst>
              <a:ext uri="{FF2B5EF4-FFF2-40B4-BE49-F238E27FC236}">
                <a16:creationId xmlns:a16="http://schemas.microsoft.com/office/drawing/2014/main" id="{B88E571E-556F-FD0C-44F4-C3EF95A45252}"/>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2D2EAEAC-95F8-4B79-B40C-BEF92032D5B5}" type="slidenum">
              <a:rPr lang="en-US" altLang="en-US" sz="1400"/>
              <a:pPr>
                <a:spcBef>
                  <a:spcPct val="0"/>
                </a:spcBef>
                <a:buClrTx/>
                <a:buFontTx/>
                <a:buNone/>
              </a:pPr>
              <a:t>11</a:t>
            </a:fld>
            <a:endParaRPr lang="en-US" altLang="en-US" sz="1400"/>
          </a:p>
        </p:txBody>
      </p:sp>
      <p:sp>
        <p:nvSpPr>
          <p:cNvPr id="25603" name="Text Box 1">
            <a:extLst>
              <a:ext uri="{FF2B5EF4-FFF2-40B4-BE49-F238E27FC236}">
                <a16:creationId xmlns:a16="http://schemas.microsoft.com/office/drawing/2014/main" id="{5257A4D0-0C7D-CA2A-5CF4-F89E24D57A1C}"/>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A7C562BE-AFCA-423A-A63E-A4B6730C57C9}" type="slidenum">
              <a:rPr lang="en-US" altLang="en-US" sz="1400"/>
              <a:pPr algn="r" eaLnBrk="1">
                <a:lnSpc>
                  <a:spcPct val="93000"/>
                </a:lnSpc>
                <a:spcBef>
                  <a:spcPct val="0"/>
                </a:spcBef>
                <a:buClrTx/>
                <a:buFontTx/>
                <a:buNone/>
              </a:pPr>
              <a:t>11</a:t>
            </a:fld>
            <a:endParaRPr lang="en-US" altLang="en-US" sz="1400"/>
          </a:p>
        </p:txBody>
      </p:sp>
      <p:sp>
        <p:nvSpPr>
          <p:cNvPr id="25604" name="Text Box 2">
            <a:extLst>
              <a:ext uri="{FF2B5EF4-FFF2-40B4-BE49-F238E27FC236}">
                <a16:creationId xmlns:a16="http://schemas.microsoft.com/office/drawing/2014/main" id="{E8E495E4-818F-0E88-5E81-3E2806E7AAA4}"/>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C97477B1-1D1D-420F-82FD-4958101A49A7}" type="slidenum">
              <a:rPr lang="en-US" altLang="en-US" sz="1400"/>
              <a:pPr algn="r" eaLnBrk="1">
                <a:lnSpc>
                  <a:spcPct val="93000"/>
                </a:lnSpc>
                <a:spcBef>
                  <a:spcPct val="0"/>
                </a:spcBef>
                <a:buClrTx/>
                <a:buFontTx/>
                <a:buNone/>
              </a:pPr>
              <a:t>11</a:t>
            </a:fld>
            <a:endParaRPr lang="en-US" altLang="en-US" sz="1400"/>
          </a:p>
        </p:txBody>
      </p:sp>
      <p:sp>
        <p:nvSpPr>
          <p:cNvPr id="25605" name="Rectangle 3">
            <a:extLst>
              <a:ext uri="{FF2B5EF4-FFF2-40B4-BE49-F238E27FC236}">
                <a16:creationId xmlns:a16="http://schemas.microsoft.com/office/drawing/2014/main" id="{D0425E97-F617-55D7-D537-EB1DDB82D517}"/>
              </a:ext>
            </a:extLst>
          </p:cNvPr>
          <p:cNvSpPr>
            <a:spLocks noChangeArrowheads="1" noTextEdit="1"/>
          </p:cNvSpPr>
          <p:nvPr>
            <p:ph type="sldImg"/>
          </p:nvPr>
        </p:nvSpPr>
        <p:spPr>
          <a:xfrm>
            <a:off x="-14227175" y="-11796713"/>
            <a:ext cx="16656050" cy="12492038"/>
          </a:xfrm>
          <a:solidFill>
            <a:srgbClr val="FFFFFF"/>
          </a:solidFill>
          <a:ln>
            <a:solidFill>
              <a:srgbClr val="000000"/>
            </a:solidFill>
            <a:miter lim="800000"/>
            <a:headEnd/>
            <a:tailEnd/>
          </a:ln>
        </p:spPr>
      </p:sp>
      <p:sp>
        <p:nvSpPr>
          <p:cNvPr id="25606" name="Rectangle 4">
            <a:extLst>
              <a:ext uri="{FF2B5EF4-FFF2-40B4-BE49-F238E27FC236}">
                <a16:creationId xmlns:a16="http://schemas.microsoft.com/office/drawing/2014/main" id="{42D29D2A-5FE9-52B4-8C2D-EA131FEC9BA7}"/>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9">
            <a:extLst>
              <a:ext uri="{FF2B5EF4-FFF2-40B4-BE49-F238E27FC236}">
                <a16:creationId xmlns:a16="http://schemas.microsoft.com/office/drawing/2014/main" id="{E9578342-71AB-DE34-40D5-ACA502869CF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38CCAF77-A5F6-4B50-964A-0889A0705748}" type="slidenum">
              <a:rPr lang="en-US" altLang="en-US" sz="1400"/>
              <a:pPr>
                <a:spcBef>
                  <a:spcPct val="0"/>
                </a:spcBef>
                <a:buClrTx/>
                <a:buFontTx/>
                <a:buNone/>
              </a:pPr>
              <a:t>12</a:t>
            </a:fld>
            <a:endParaRPr lang="en-US" altLang="en-US" sz="1400"/>
          </a:p>
        </p:txBody>
      </p:sp>
      <p:sp>
        <p:nvSpPr>
          <p:cNvPr id="27651" name="Rectangle 1">
            <a:extLst>
              <a:ext uri="{FF2B5EF4-FFF2-40B4-BE49-F238E27FC236}">
                <a16:creationId xmlns:a16="http://schemas.microsoft.com/office/drawing/2014/main" id="{0C8E1FE5-CAD7-E688-0B3C-AA4665E1D1DF}"/>
              </a:ext>
            </a:extLst>
          </p:cNvPr>
          <p:cNvSpPr>
            <a:spLocks noChangeArrowheads="1" noTextEdit="1"/>
          </p:cNvSpPr>
          <p:nvPr>
            <p:ph type="sldImg"/>
          </p:nvPr>
        </p:nvSpPr>
        <p:spPr>
          <a:xfrm>
            <a:off x="1141413" y="695325"/>
            <a:ext cx="4568825" cy="3425825"/>
          </a:xfrm>
          <a:solidFill>
            <a:srgbClr val="FFFFFF"/>
          </a:solidFill>
          <a:ln>
            <a:solidFill>
              <a:srgbClr val="000000"/>
            </a:solidFill>
            <a:miter lim="800000"/>
            <a:headEnd/>
            <a:tailEnd/>
          </a:ln>
        </p:spPr>
      </p:sp>
      <p:sp>
        <p:nvSpPr>
          <p:cNvPr id="27652" name="Rectangle 2">
            <a:extLst>
              <a:ext uri="{FF2B5EF4-FFF2-40B4-BE49-F238E27FC236}">
                <a16:creationId xmlns:a16="http://schemas.microsoft.com/office/drawing/2014/main" id="{C69F23FC-93F4-F96B-EA14-8E24513C5E7F}"/>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9">
            <a:extLst>
              <a:ext uri="{FF2B5EF4-FFF2-40B4-BE49-F238E27FC236}">
                <a16:creationId xmlns:a16="http://schemas.microsoft.com/office/drawing/2014/main" id="{940DFD7C-3BEE-6525-747A-1705E4B005B2}"/>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CFA04209-5C28-4FA9-9463-F99013C5A56D}" type="slidenum">
              <a:rPr lang="en-US" altLang="en-US" sz="1400"/>
              <a:pPr>
                <a:spcBef>
                  <a:spcPct val="0"/>
                </a:spcBef>
                <a:buClrTx/>
                <a:buFontTx/>
                <a:buNone/>
              </a:pPr>
              <a:t>13</a:t>
            </a:fld>
            <a:endParaRPr lang="en-US" altLang="en-US" sz="1400"/>
          </a:p>
        </p:txBody>
      </p:sp>
      <p:sp>
        <p:nvSpPr>
          <p:cNvPr id="29699" name="Text Box 1">
            <a:extLst>
              <a:ext uri="{FF2B5EF4-FFF2-40B4-BE49-F238E27FC236}">
                <a16:creationId xmlns:a16="http://schemas.microsoft.com/office/drawing/2014/main" id="{5CE69BFA-8FD1-42EF-3F0D-C8C483AED59F}"/>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DABADB67-AAF3-4657-A2F3-ACA37F5CA9DB}" type="slidenum">
              <a:rPr lang="en-US" altLang="en-US" sz="1400"/>
              <a:pPr algn="r" eaLnBrk="1">
                <a:lnSpc>
                  <a:spcPct val="93000"/>
                </a:lnSpc>
                <a:spcBef>
                  <a:spcPct val="0"/>
                </a:spcBef>
                <a:buClrTx/>
                <a:buFontTx/>
                <a:buNone/>
              </a:pPr>
              <a:t>13</a:t>
            </a:fld>
            <a:endParaRPr lang="en-US" altLang="en-US" sz="1400"/>
          </a:p>
        </p:txBody>
      </p:sp>
      <p:sp>
        <p:nvSpPr>
          <p:cNvPr id="29700" name="Text Box 2">
            <a:extLst>
              <a:ext uri="{FF2B5EF4-FFF2-40B4-BE49-F238E27FC236}">
                <a16:creationId xmlns:a16="http://schemas.microsoft.com/office/drawing/2014/main" id="{B5B7D96C-1E35-8238-4407-E0E09B3E5D78}"/>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89F351CB-3C16-4C41-B3C2-7CE2148C1147}" type="slidenum">
              <a:rPr lang="en-US" altLang="en-US" sz="1400"/>
              <a:pPr algn="r" eaLnBrk="1">
                <a:lnSpc>
                  <a:spcPct val="93000"/>
                </a:lnSpc>
                <a:spcBef>
                  <a:spcPct val="0"/>
                </a:spcBef>
                <a:buClrTx/>
                <a:buFontTx/>
                <a:buNone/>
              </a:pPr>
              <a:t>13</a:t>
            </a:fld>
            <a:endParaRPr lang="en-US" altLang="en-US" sz="1400"/>
          </a:p>
        </p:txBody>
      </p:sp>
      <p:sp>
        <p:nvSpPr>
          <p:cNvPr id="29701" name="Rectangle 3">
            <a:extLst>
              <a:ext uri="{FF2B5EF4-FFF2-40B4-BE49-F238E27FC236}">
                <a16:creationId xmlns:a16="http://schemas.microsoft.com/office/drawing/2014/main" id="{678E4604-17EF-D2FB-3A6E-61935E679240}"/>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29702" name="Rectangle 4">
            <a:extLst>
              <a:ext uri="{FF2B5EF4-FFF2-40B4-BE49-F238E27FC236}">
                <a16:creationId xmlns:a16="http://schemas.microsoft.com/office/drawing/2014/main" id="{CC617B0A-860A-50E0-CA1C-88E0F82AFB2E}"/>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9">
            <a:extLst>
              <a:ext uri="{FF2B5EF4-FFF2-40B4-BE49-F238E27FC236}">
                <a16:creationId xmlns:a16="http://schemas.microsoft.com/office/drawing/2014/main" id="{4690A548-FFAA-B4C1-75B1-B84EAD36B91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A2BCC46A-F3DA-4997-B3AA-A50B05B96A4D}" type="slidenum">
              <a:rPr lang="en-US" altLang="en-US" sz="1400"/>
              <a:pPr>
                <a:spcBef>
                  <a:spcPct val="0"/>
                </a:spcBef>
                <a:buClrTx/>
                <a:buFontTx/>
                <a:buNone/>
              </a:pPr>
              <a:t>14</a:t>
            </a:fld>
            <a:endParaRPr lang="en-US" altLang="en-US" sz="1400"/>
          </a:p>
        </p:txBody>
      </p:sp>
      <p:sp>
        <p:nvSpPr>
          <p:cNvPr id="31747" name="Text Box 1">
            <a:extLst>
              <a:ext uri="{FF2B5EF4-FFF2-40B4-BE49-F238E27FC236}">
                <a16:creationId xmlns:a16="http://schemas.microsoft.com/office/drawing/2014/main" id="{8590D206-9035-80BC-E733-5A2BA9C992E0}"/>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562D3443-6216-47E8-8F7D-849C6AA703E4}" type="slidenum">
              <a:rPr lang="en-US" altLang="en-US" sz="1400"/>
              <a:pPr algn="r" eaLnBrk="1">
                <a:lnSpc>
                  <a:spcPct val="93000"/>
                </a:lnSpc>
                <a:spcBef>
                  <a:spcPct val="0"/>
                </a:spcBef>
                <a:buClrTx/>
                <a:buFontTx/>
                <a:buNone/>
              </a:pPr>
              <a:t>14</a:t>
            </a:fld>
            <a:endParaRPr lang="en-US" altLang="en-US" sz="1400"/>
          </a:p>
        </p:txBody>
      </p:sp>
      <p:sp>
        <p:nvSpPr>
          <p:cNvPr id="31748" name="Text Box 2">
            <a:extLst>
              <a:ext uri="{FF2B5EF4-FFF2-40B4-BE49-F238E27FC236}">
                <a16:creationId xmlns:a16="http://schemas.microsoft.com/office/drawing/2014/main" id="{0EFC32B7-2089-4724-67C3-CD1128B1235C}"/>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11FF70FA-339C-4FF5-8F27-0498B432D4FE}" type="slidenum">
              <a:rPr lang="en-US" altLang="en-US" sz="1400"/>
              <a:pPr algn="r" eaLnBrk="1">
                <a:lnSpc>
                  <a:spcPct val="93000"/>
                </a:lnSpc>
                <a:spcBef>
                  <a:spcPct val="0"/>
                </a:spcBef>
                <a:buClrTx/>
                <a:buFontTx/>
                <a:buNone/>
              </a:pPr>
              <a:t>14</a:t>
            </a:fld>
            <a:endParaRPr lang="en-US" altLang="en-US" sz="1400"/>
          </a:p>
        </p:txBody>
      </p:sp>
      <p:sp>
        <p:nvSpPr>
          <p:cNvPr id="31749" name="Rectangle 3">
            <a:extLst>
              <a:ext uri="{FF2B5EF4-FFF2-40B4-BE49-F238E27FC236}">
                <a16:creationId xmlns:a16="http://schemas.microsoft.com/office/drawing/2014/main" id="{48F0750F-E513-30B6-6D77-4F7714915709}"/>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31750" name="Rectangle 4">
            <a:extLst>
              <a:ext uri="{FF2B5EF4-FFF2-40B4-BE49-F238E27FC236}">
                <a16:creationId xmlns:a16="http://schemas.microsoft.com/office/drawing/2014/main" id="{BC8D7C78-6E3E-44E1-8174-C6D0CB9425FF}"/>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9">
            <a:extLst>
              <a:ext uri="{FF2B5EF4-FFF2-40B4-BE49-F238E27FC236}">
                <a16:creationId xmlns:a16="http://schemas.microsoft.com/office/drawing/2014/main" id="{B56ADCD2-2C17-7561-F359-7B6F4ABCF203}"/>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D338A6E6-36E7-4594-AA1E-5A4DC59F2C8D}" type="slidenum">
              <a:rPr lang="en-US" altLang="en-US" sz="1400"/>
              <a:pPr>
                <a:spcBef>
                  <a:spcPct val="0"/>
                </a:spcBef>
                <a:buClrTx/>
                <a:buFontTx/>
                <a:buNone/>
              </a:pPr>
              <a:t>15</a:t>
            </a:fld>
            <a:endParaRPr lang="en-US" altLang="en-US" sz="1400"/>
          </a:p>
        </p:txBody>
      </p:sp>
      <p:sp>
        <p:nvSpPr>
          <p:cNvPr id="33795" name="Text Box 1">
            <a:extLst>
              <a:ext uri="{FF2B5EF4-FFF2-40B4-BE49-F238E27FC236}">
                <a16:creationId xmlns:a16="http://schemas.microsoft.com/office/drawing/2014/main" id="{CB0CC003-4AFC-7692-8EF5-0F92A6ECA82E}"/>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75E9324F-5F35-4F5C-A1DA-B98A03B0D960}" type="slidenum">
              <a:rPr lang="en-US" altLang="en-US" sz="1400"/>
              <a:pPr algn="r" eaLnBrk="1">
                <a:lnSpc>
                  <a:spcPct val="93000"/>
                </a:lnSpc>
                <a:spcBef>
                  <a:spcPct val="0"/>
                </a:spcBef>
                <a:buClrTx/>
                <a:buFontTx/>
                <a:buNone/>
              </a:pPr>
              <a:t>15</a:t>
            </a:fld>
            <a:endParaRPr lang="en-US" altLang="en-US" sz="1400"/>
          </a:p>
        </p:txBody>
      </p:sp>
      <p:sp>
        <p:nvSpPr>
          <p:cNvPr id="33796" name="Text Box 2">
            <a:extLst>
              <a:ext uri="{FF2B5EF4-FFF2-40B4-BE49-F238E27FC236}">
                <a16:creationId xmlns:a16="http://schemas.microsoft.com/office/drawing/2014/main" id="{7A17F32E-3B48-E2DC-4BAE-C4D2DA8A674F}"/>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1A0C0D09-B033-4E4E-BFB8-99BF444C2CC6}" type="slidenum">
              <a:rPr lang="en-US" altLang="en-US" sz="1400"/>
              <a:pPr algn="r" eaLnBrk="1">
                <a:lnSpc>
                  <a:spcPct val="93000"/>
                </a:lnSpc>
                <a:spcBef>
                  <a:spcPct val="0"/>
                </a:spcBef>
                <a:buClrTx/>
                <a:buFontTx/>
                <a:buNone/>
              </a:pPr>
              <a:t>15</a:t>
            </a:fld>
            <a:endParaRPr lang="en-US" altLang="en-US" sz="1400"/>
          </a:p>
        </p:txBody>
      </p:sp>
      <p:sp>
        <p:nvSpPr>
          <p:cNvPr id="33797" name="Rectangle 3">
            <a:extLst>
              <a:ext uri="{FF2B5EF4-FFF2-40B4-BE49-F238E27FC236}">
                <a16:creationId xmlns:a16="http://schemas.microsoft.com/office/drawing/2014/main" id="{0A1D2FAF-1812-BFE5-C07E-A4269A2BDD14}"/>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33798" name="Rectangle 4">
            <a:extLst>
              <a:ext uri="{FF2B5EF4-FFF2-40B4-BE49-F238E27FC236}">
                <a16:creationId xmlns:a16="http://schemas.microsoft.com/office/drawing/2014/main" id="{1B09BCDF-4E2E-4D38-C797-63D9681F1C47}"/>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9">
            <a:extLst>
              <a:ext uri="{FF2B5EF4-FFF2-40B4-BE49-F238E27FC236}">
                <a16:creationId xmlns:a16="http://schemas.microsoft.com/office/drawing/2014/main" id="{A87DAAD1-6A4E-BC25-1790-674EA9C7473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9BF3B8FA-BAF8-42CC-9100-19EFB164188E}" type="slidenum">
              <a:rPr lang="en-US" altLang="en-US" sz="1400"/>
              <a:pPr>
                <a:spcBef>
                  <a:spcPct val="0"/>
                </a:spcBef>
                <a:buClrTx/>
                <a:buFontTx/>
                <a:buNone/>
              </a:pPr>
              <a:t>16</a:t>
            </a:fld>
            <a:endParaRPr lang="en-US" altLang="en-US" sz="1400"/>
          </a:p>
        </p:txBody>
      </p:sp>
      <p:sp>
        <p:nvSpPr>
          <p:cNvPr id="35843" name="Rectangle 1">
            <a:extLst>
              <a:ext uri="{FF2B5EF4-FFF2-40B4-BE49-F238E27FC236}">
                <a16:creationId xmlns:a16="http://schemas.microsoft.com/office/drawing/2014/main" id="{518BD5BA-E358-F437-A629-D7420431D7A1}"/>
              </a:ext>
            </a:extLst>
          </p:cNvPr>
          <p:cNvSpPr>
            <a:spLocks noChangeArrowheads="1" noTextEdit="1"/>
          </p:cNvSpPr>
          <p:nvPr>
            <p:ph type="sldImg"/>
          </p:nvPr>
        </p:nvSpPr>
        <p:spPr>
          <a:xfrm>
            <a:off x="1141413" y="695325"/>
            <a:ext cx="4568825" cy="3425825"/>
          </a:xfrm>
          <a:solidFill>
            <a:srgbClr val="FFFFFF"/>
          </a:solidFill>
          <a:ln>
            <a:solidFill>
              <a:srgbClr val="000000"/>
            </a:solidFill>
            <a:miter lim="800000"/>
            <a:headEnd/>
            <a:tailEnd/>
          </a:ln>
        </p:spPr>
      </p:sp>
      <p:sp>
        <p:nvSpPr>
          <p:cNvPr id="35844" name="Rectangle 2">
            <a:extLst>
              <a:ext uri="{FF2B5EF4-FFF2-40B4-BE49-F238E27FC236}">
                <a16:creationId xmlns:a16="http://schemas.microsoft.com/office/drawing/2014/main" id="{1E6473F4-B19F-3E76-127E-19E355B27E4B}"/>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9">
            <a:extLst>
              <a:ext uri="{FF2B5EF4-FFF2-40B4-BE49-F238E27FC236}">
                <a16:creationId xmlns:a16="http://schemas.microsoft.com/office/drawing/2014/main" id="{EC174119-064E-78E3-C391-CFB239C238F5}"/>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760E88C8-C2E1-48DC-BB61-50969E0C7084}" type="slidenum">
              <a:rPr lang="en-US" altLang="en-US" sz="1400"/>
              <a:pPr>
                <a:spcBef>
                  <a:spcPct val="0"/>
                </a:spcBef>
                <a:buClrTx/>
                <a:buFontTx/>
                <a:buNone/>
              </a:pPr>
              <a:t>17</a:t>
            </a:fld>
            <a:endParaRPr lang="en-US" altLang="en-US" sz="1400"/>
          </a:p>
        </p:txBody>
      </p:sp>
      <p:sp>
        <p:nvSpPr>
          <p:cNvPr id="37891" name="Rectangle 1">
            <a:extLst>
              <a:ext uri="{FF2B5EF4-FFF2-40B4-BE49-F238E27FC236}">
                <a16:creationId xmlns:a16="http://schemas.microsoft.com/office/drawing/2014/main" id="{E19F1C88-4335-AECE-C638-D4E0D848B34D}"/>
              </a:ext>
            </a:extLst>
          </p:cNvPr>
          <p:cNvSpPr>
            <a:spLocks noChangeArrowheads="1" noTextEdit="1"/>
          </p:cNvSpPr>
          <p:nvPr>
            <p:ph type="sldImg"/>
          </p:nvPr>
        </p:nvSpPr>
        <p:spPr>
          <a:xfrm>
            <a:off x="1141413" y="695325"/>
            <a:ext cx="4568825" cy="3425825"/>
          </a:xfrm>
          <a:solidFill>
            <a:srgbClr val="FFFFFF"/>
          </a:solidFill>
          <a:ln>
            <a:solidFill>
              <a:srgbClr val="000000"/>
            </a:solidFill>
            <a:miter lim="800000"/>
            <a:headEnd/>
            <a:tailEnd/>
          </a:ln>
        </p:spPr>
      </p:sp>
      <p:sp>
        <p:nvSpPr>
          <p:cNvPr id="37892" name="Rectangle 2">
            <a:extLst>
              <a:ext uri="{FF2B5EF4-FFF2-40B4-BE49-F238E27FC236}">
                <a16:creationId xmlns:a16="http://schemas.microsoft.com/office/drawing/2014/main" id="{42E4128C-95BE-5DE9-24AE-33295832E6A2}"/>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9">
            <a:extLst>
              <a:ext uri="{FF2B5EF4-FFF2-40B4-BE49-F238E27FC236}">
                <a16:creationId xmlns:a16="http://schemas.microsoft.com/office/drawing/2014/main" id="{6E157019-A478-9067-D9A8-18C99B1E4AE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FB33FFED-7C4F-4886-B120-332DD2FC7172}" type="slidenum">
              <a:rPr lang="en-US" altLang="en-US" sz="1400"/>
              <a:pPr>
                <a:spcBef>
                  <a:spcPct val="0"/>
                </a:spcBef>
                <a:buClrTx/>
                <a:buFontTx/>
                <a:buNone/>
              </a:pPr>
              <a:t>18</a:t>
            </a:fld>
            <a:endParaRPr lang="en-US" altLang="en-US" sz="1400"/>
          </a:p>
        </p:txBody>
      </p:sp>
      <p:sp>
        <p:nvSpPr>
          <p:cNvPr id="39939" name="Text Box 1">
            <a:extLst>
              <a:ext uri="{FF2B5EF4-FFF2-40B4-BE49-F238E27FC236}">
                <a16:creationId xmlns:a16="http://schemas.microsoft.com/office/drawing/2014/main" id="{1366A327-5885-D296-48B8-40687EC845C5}"/>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E4A86EFE-FD96-4F7A-AC5C-0B1540BBB27E}" type="slidenum">
              <a:rPr lang="en-US" altLang="en-US" sz="1400"/>
              <a:pPr algn="r" eaLnBrk="1">
                <a:lnSpc>
                  <a:spcPct val="93000"/>
                </a:lnSpc>
                <a:spcBef>
                  <a:spcPct val="0"/>
                </a:spcBef>
                <a:buClrTx/>
                <a:buFontTx/>
                <a:buNone/>
              </a:pPr>
              <a:t>18</a:t>
            </a:fld>
            <a:endParaRPr lang="en-US" altLang="en-US" sz="1400"/>
          </a:p>
        </p:txBody>
      </p:sp>
      <p:sp>
        <p:nvSpPr>
          <p:cNvPr id="39940" name="Text Box 2">
            <a:extLst>
              <a:ext uri="{FF2B5EF4-FFF2-40B4-BE49-F238E27FC236}">
                <a16:creationId xmlns:a16="http://schemas.microsoft.com/office/drawing/2014/main" id="{CBA45FC5-ADE3-B9C6-0E58-BEDE42485E1C}"/>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34DACF03-9C8A-46D7-A0C9-3A02D792213B}" type="slidenum">
              <a:rPr lang="en-US" altLang="en-US" sz="1400"/>
              <a:pPr algn="r" eaLnBrk="1">
                <a:lnSpc>
                  <a:spcPct val="93000"/>
                </a:lnSpc>
                <a:spcBef>
                  <a:spcPct val="0"/>
                </a:spcBef>
                <a:buClrTx/>
                <a:buFontTx/>
                <a:buNone/>
              </a:pPr>
              <a:t>18</a:t>
            </a:fld>
            <a:endParaRPr lang="en-US" altLang="en-US" sz="1400"/>
          </a:p>
        </p:txBody>
      </p:sp>
      <p:sp>
        <p:nvSpPr>
          <p:cNvPr id="39941" name="Rectangle 3">
            <a:extLst>
              <a:ext uri="{FF2B5EF4-FFF2-40B4-BE49-F238E27FC236}">
                <a16:creationId xmlns:a16="http://schemas.microsoft.com/office/drawing/2014/main" id="{3A51F822-7AFC-8B35-843D-950B98D8C7E3}"/>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39942" name="Rectangle 4">
            <a:extLst>
              <a:ext uri="{FF2B5EF4-FFF2-40B4-BE49-F238E27FC236}">
                <a16:creationId xmlns:a16="http://schemas.microsoft.com/office/drawing/2014/main" id="{4E5262F1-3F22-AF09-576E-E62145C545E6}"/>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9">
            <a:extLst>
              <a:ext uri="{FF2B5EF4-FFF2-40B4-BE49-F238E27FC236}">
                <a16:creationId xmlns:a16="http://schemas.microsoft.com/office/drawing/2014/main" id="{711DB866-42AA-58BB-AA6A-B1297AF1A33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9A805D89-7336-4C02-9446-E35C5F82C138}" type="slidenum">
              <a:rPr lang="en-US" altLang="en-US" sz="1400"/>
              <a:pPr>
                <a:spcBef>
                  <a:spcPct val="0"/>
                </a:spcBef>
                <a:buClrTx/>
                <a:buFontTx/>
                <a:buNone/>
              </a:pPr>
              <a:t>19</a:t>
            </a:fld>
            <a:endParaRPr lang="en-US" altLang="en-US" sz="1400"/>
          </a:p>
        </p:txBody>
      </p:sp>
      <p:sp>
        <p:nvSpPr>
          <p:cNvPr id="41987" name="Rectangle 1">
            <a:extLst>
              <a:ext uri="{FF2B5EF4-FFF2-40B4-BE49-F238E27FC236}">
                <a16:creationId xmlns:a16="http://schemas.microsoft.com/office/drawing/2014/main" id="{B93220F1-1DEB-573A-BB1B-1AE0AF897B48}"/>
              </a:ext>
            </a:extLst>
          </p:cNvPr>
          <p:cNvSpPr>
            <a:spLocks noChangeArrowheads="1" noTextEdit="1"/>
          </p:cNvSpPr>
          <p:nvPr>
            <p:ph type="sldImg"/>
          </p:nvPr>
        </p:nvSpPr>
        <p:spPr>
          <a:xfrm>
            <a:off x="1141413" y="695325"/>
            <a:ext cx="4568825" cy="3425825"/>
          </a:xfrm>
          <a:solidFill>
            <a:srgbClr val="FFFFFF"/>
          </a:solidFill>
          <a:ln>
            <a:solidFill>
              <a:srgbClr val="000000"/>
            </a:solidFill>
            <a:miter lim="800000"/>
            <a:headEnd/>
            <a:tailEnd/>
          </a:ln>
        </p:spPr>
      </p:sp>
      <p:sp>
        <p:nvSpPr>
          <p:cNvPr id="41988" name="Rectangle 2">
            <a:extLst>
              <a:ext uri="{FF2B5EF4-FFF2-40B4-BE49-F238E27FC236}">
                <a16:creationId xmlns:a16="http://schemas.microsoft.com/office/drawing/2014/main" id="{46D98768-3D40-4AA8-8254-C31F0DCE345A}"/>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9">
            <a:extLst>
              <a:ext uri="{FF2B5EF4-FFF2-40B4-BE49-F238E27FC236}">
                <a16:creationId xmlns:a16="http://schemas.microsoft.com/office/drawing/2014/main" id="{2B3BE8DA-DBDA-D186-0555-229F88B0AD18}"/>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161407EE-6A4F-4576-964E-6DCEB2CE2C43}" type="slidenum">
              <a:rPr lang="en-US" altLang="en-US" sz="1400"/>
              <a:pPr>
                <a:spcBef>
                  <a:spcPct val="0"/>
                </a:spcBef>
                <a:buClrTx/>
                <a:buFontTx/>
                <a:buNone/>
              </a:pPr>
              <a:t>20</a:t>
            </a:fld>
            <a:endParaRPr lang="en-US" altLang="en-US" sz="1400"/>
          </a:p>
        </p:txBody>
      </p:sp>
      <p:sp>
        <p:nvSpPr>
          <p:cNvPr id="44035" name="Rectangle 1">
            <a:extLst>
              <a:ext uri="{FF2B5EF4-FFF2-40B4-BE49-F238E27FC236}">
                <a16:creationId xmlns:a16="http://schemas.microsoft.com/office/drawing/2014/main" id="{4F0BB2B2-6D37-4192-B1E9-782F516A4697}"/>
              </a:ext>
            </a:extLst>
          </p:cNvPr>
          <p:cNvSpPr>
            <a:spLocks noChangeArrowheads="1" noTextEdit="1"/>
          </p:cNvSpPr>
          <p:nvPr>
            <p:ph type="sldImg"/>
          </p:nvPr>
        </p:nvSpPr>
        <p:spPr>
          <a:xfrm>
            <a:off x="1141413" y="695325"/>
            <a:ext cx="4568825" cy="3425825"/>
          </a:xfrm>
          <a:solidFill>
            <a:srgbClr val="FFFFFF"/>
          </a:solidFill>
          <a:ln>
            <a:solidFill>
              <a:srgbClr val="000000"/>
            </a:solidFill>
            <a:miter lim="800000"/>
            <a:headEnd/>
            <a:tailEnd/>
          </a:ln>
        </p:spPr>
      </p:sp>
      <p:sp>
        <p:nvSpPr>
          <p:cNvPr id="44036" name="Rectangle 2">
            <a:extLst>
              <a:ext uri="{FF2B5EF4-FFF2-40B4-BE49-F238E27FC236}">
                <a16:creationId xmlns:a16="http://schemas.microsoft.com/office/drawing/2014/main" id="{0A0C3BA6-E3C1-8629-4245-A63EE93FECD6}"/>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9">
            <a:extLst>
              <a:ext uri="{FF2B5EF4-FFF2-40B4-BE49-F238E27FC236}">
                <a16:creationId xmlns:a16="http://schemas.microsoft.com/office/drawing/2014/main" id="{8CECD033-6B74-EE59-F3B9-CCD1A54C566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AAD913EF-1870-44CB-972E-F1AD2F27A907}" type="slidenum">
              <a:rPr lang="en-US" altLang="en-US" sz="1400"/>
              <a:pPr>
                <a:spcBef>
                  <a:spcPct val="0"/>
                </a:spcBef>
                <a:buClrTx/>
                <a:buFontTx/>
                <a:buNone/>
              </a:pPr>
              <a:t>21</a:t>
            </a:fld>
            <a:endParaRPr lang="en-US" altLang="en-US" sz="1400"/>
          </a:p>
        </p:txBody>
      </p:sp>
      <p:sp>
        <p:nvSpPr>
          <p:cNvPr id="46083" name="Text Box 1">
            <a:extLst>
              <a:ext uri="{FF2B5EF4-FFF2-40B4-BE49-F238E27FC236}">
                <a16:creationId xmlns:a16="http://schemas.microsoft.com/office/drawing/2014/main" id="{024815F6-C8B0-F0D4-A804-2EC4BB6E2944}"/>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E4CBE65D-0F7E-4AEF-8215-FE3E28B98691}" type="slidenum">
              <a:rPr lang="en-US" altLang="en-US" sz="1400"/>
              <a:pPr algn="r" eaLnBrk="1">
                <a:lnSpc>
                  <a:spcPct val="93000"/>
                </a:lnSpc>
                <a:spcBef>
                  <a:spcPct val="0"/>
                </a:spcBef>
                <a:buClrTx/>
                <a:buFontTx/>
                <a:buNone/>
              </a:pPr>
              <a:t>21</a:t>
            </a:fld>
            <a:endParaRPr lang="en-US" altLang="en-US" sz="1400"/>
          </a:p>
        </p:txBody>
      </p:sp>
      <p:sp>
        <p:nvSpPr>
          <p:cNvPr id="46084" name="Text Box 2">
            <a:extLst>
              <a:ext uri="{FF2B5EF4-FFF2-40B4-BE49-F238E27FC236}">
                <a16:creationId xmlns:a16="http://schemas.microsoft.com/office/drawing/2014/main" id="{97E72FFA-1CE0-F025-44C7-B12DF56DB49B}"/>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5FBD5EE6-7DD5-4E41-8B17-0115596050B2}" type="slidenum">
              <a:rPr lang="en-US" altLang="en-US" sz="1400"/>
              <a:pPr algn="r" eaLnBrk="1">
                <a:lnSpc>
                  <a:spcPct val="93000"/>
                </a:lnSpc>
                <a:spcBef>
                  <a:spcPct val="0"/>
                </a:spcBef>
                <a:buClrTx/>
                <a:buFontTx/>
                <a:buNone/>
              </a:pPr>
              <a:t>21</a:t>
            </a:fld>
            <a:endParaRPr lang="en-US" altLang="en-US" sz="1400"/>
          </a:p>
        </p:txBody>
      </p:sp>
      <p:sp>
        <p:nvSpPr>
          <p:cNvPr id="46085" name="Rectangle 3">
            <a:extLst>
              <a:ext uri="{FF2B5EF4-FFF2-40B4-BE49-F238E27FC236}">
                <a16:creationId xmlns:a16="http://schemas.microsoft.com/office/drawing/2014/main" id="{520334F2-D9F7-4BC2-83AA-2CCBEE2BFC62}"/>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46086" name="Rectangle 4">
            <a:extLst>
              <a:ext uri="{FF2B5EF4-FFF2-40B4-BE49-F238E27FC236}">
                <a16:creationId xmlns:a16="http://schemas.microsoft.com/office/drawing/2014/main" id="{99E319A3-0F21-11DA-3F6F-ECD0E5E8DAC3}"/>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9">
            <a:extLst>
              <a:ext uri="{FF2B5EF4-FFF2-40B4-BE49-F238E27FC236}">
                <a16:creationId xmlns:a16="http://schemas.microsoft.com/office/drawing/2014/main" id="{BC42C5A6-577E-5CEF-1025-F3A5C62F99E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6DC5E230-E9CD-435B-845A-61A003CC1AFC}" type="slidenum">
              <a:rPr lang="en-US" altLang="en-US" sz="1400"/>
              <a:pPr>
                <a:spcBef>
                  <a:spcPct val="0"/>
                </a:spcBef>
                <a:buClrTx/>
                <a:buFontTx/>
                <a:buNone/>
              </a:pPr>
              <a:t>22</a:t>
            </a:fld>
            <a:endParaRPr lang="en-US" altLang="en-US" sz="1400"/>
          </a:p>
        </p:txBody>
      </p:sp>
      <p:sp>
        <p:nvSpPr>
          <p:cNvPr id="48131" name="Text Box 1">
            <a:extLst>
              <a:ext uri="{FF2B5EF4-FFF2-40B4-BE49-F238E27FC236}">
                <a16:creationId xmlns:a16="http://schemas.microsoft.com/office/drawing/2014/main" id="{6BE2DBC5-5180-D89D-D1A1-E0E098D7DFD0}"/>
              </a:ext>
            </a:extLst>
          </p:cNvPr>
          <p:cNvSpPr txBox="1">
            <a:spLocks noChangeArrowheads="1"/>
          </p:cNvSpPr>
          <p:nvPr/>
        </p:nvSpPr>
        <p:spPr bwMode="auto">
          <a:xfrm>
            <a:off x="3881438" y="8686800"/>
            <a:ext cx="29733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A5DA46E2-A585-4529-9A54-797167CE15EC}" type="slidenum">
              <a:rPr lang="en-US" altLang="en-US" sz="1400"/>
              <a:pPr algn="r" eaLnBrk="1">
                <a:lnSpc>
                  <a:spcPct val="93000"/>
                </a:lnSpc>
                <a:spcBef>
                  <a:spcPct val="0"/>
                </a:spcBef>
                <a:buClrTx/>
                <a:buFontTx/>
                <a:buNone/>
              </a:pPr>
              <a:t>22</a:t>
            </a:fld>
            <a:endParaRPr lang="en-US" altLang="en-US" sz="1400"/>
          </a:p>
        </p:txBody>
      </p:sp>
      <p:sp>
        <p:nvSpPr>
          <p:cNvPr id="48132" name="Text Box 2">
            <a:extLst>
              <a:ext uri="{FF2B5EF4-FFF2-40B4-BE49-F238E27FC236}">
                <a16:creationId xmlns:a16="http://schemas.microsoft.com/office/drawing/2014/main" id="{3EE1DF97-076E-6F69-925B-970A828D36B9}"/>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a:lnSpc>
                <a:spcPct val="93000"/>
              </a:lnSpc>
              <a:spcBef>
                <a:spcPct val="0"/>
              </a:spcBef>
              <a:buClrTx/>
              <a:buFontTx/>
              <a:buNone/>
            </a:pPr>
            <a:fld id="{9A56D178-FA9B-4738-B0E6-7645DE522724}" type="slidenum">
              <a:rPr lang="en-US" altLang="en-US" sz="1400"/>
              <a:pPr algn="r" eaLnBrk="1">
                <a:lnSpc>
                  <a:spcPct val="93000"/>
                </a:lnSpc>
                <a:spcBef>
                  <a:spcPct val="0"/>
                </a:spcBef>
                <a:buClrTx/>
                <a:buFontTx/>
                <a:buNone/>
              </a:pPr>
              <a:t>22</a:t>
            </a:fld>
            <a:endParaRPr lang="en-US" altLang="en-US" sz="1400"/>
          </a:p>
        </p:txBody>
      </p:sp>
      <p:sp>
        <p:nvSpPr>
          <p:cNvPr id="48133" name="Rectangle 3">
            <a:extLst>
              <a:ext uri="{FF2B5EF4-FFF2-40B4-BE49-F238E27FC236}">
                <a16:creationId xmlns:a16="http://schemas.microsoft.com/office/drawing/2014/main" id="{36FC5066-EE1B-7EE2-A0EA-FAF0DAD7F284}"/>
              </a:ext>
            </a:extLst>
          </p:cNvPr>
          <p:cNvSpPr>
            <a:spLocks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48134" name="Rectangle 4">
            <a:extLst>
              <a:ext uri="{FF2B5EF4-FFF2-40B4-BE49-F238E27FC236}">
                <a16:creationId xmlns:a16="http://schemas.microsoft.com/office/drawing/2014/main" id="{FA056C65-5AC0-3DD6-709A-F7D87BF2CE9A}"/>
              </a:ext>
            </a:extLst>
          </p:cNvPr>
          <p:cNvSpPr>
            <a:spLocks noChangeArrowheads="1"/>
          </p:cNvSpPr>
          <p:nvPr>
            <p:ph type="body" idx="1"/>
          </p:nvPr>
        </p:nvSpPr>
        <p:spPr>
          <a:xfrm>
            <a:off x="685800" y="4343400"/>
            <a:ext cx="5481638"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9">
            <a:extLst>
              <a:ext uri="{FF2B5EF4-FFF2-40B4-BE49-F238E27FC236}">
                <a16:creationId xmlns:a16="http://schemas.microsoft.com/office/drawing/2014/main" id="{F5CBACCB-512B-7368-9AF6-DBF4EF7E9D3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0FA1E337-3C80-4D07-B767-B76A66BD4B1C}" type="slidenum">
              <a:rPr lang="en-US" altLang="en-US" sz="1400"/>
              <a:pPr>
                <a:spcBef>
                  <a:spcPct val="0"/>
                </a:spcBef>
                <a:buClrTx/>
                <a:buFontTx/>
                <a:buNone/>
              </a:pPr>
              <a:t>23</a:t>
            </a:fld>
            <a:endParaRPr lang="en-US" altLang="en-US" sz="1400"/>
          </a:p>
        </p:txBody>
      </p:sp>
      <p:sp>
        <p:nvSpPr>
          <p:cNvPr id="50179" name="Rectangle 1">
            <a:extLst>
              <a:ext uri="{FF2B5EF4-FFF2-40B4-BE49-F238E27FC236}">
                <a16:creationId xmlns:a16="http://schemas.microsoft.com/office/drawing/2014/main" id="{D287298D-D2FA-2D8B-0827-62AA7F744AD6}"/>
              </a:ext>
            </a:extLst>
          </p:cNvPr>
          <p:cNvSpPr>
            <a:spLocks noChangeArrowheads="1" noTextEdit="1"/>
          </p:cNvSpPr>
          <p:nvPr>
            <p:ph type="sldImg"/>
          </p:nvPr>
        </p:nvSpPr>
        <p:spPr>
          <a:xfrm>
            <a:off x="1141413" y="695325"/>
            <a:ext cx="4567237" cy="3424238"/>
          </a:xfrm>
          <a:solidFill>
            <a:srgbClr val="FFFFFF"/>
          </a:solidFill>
          <a:ln>
            <a:solidFill>
              <a:srgbClr val="000000"/>
            </a:solidFill>
            <a:miter lim="800000"/>
            <a:headEnd/>
            <a:tailEnd/>
          </a:ln>
        </p:spPr>
      </p:sp>
      <p:sp>
        <p:nvSpPr>
          <p:cNvPr id="50180" name="Rectangle 2">
            <a:extLst>
              <a:ext uri="{FF2B5EF4-FFF2-40B4-BE49-F238E27FC236}">
                <a16:creationId xmlns:a16="http://schemas.microsoft.com/office/drawing/2014/main" id="{A66F9E61-6D03-9EC0-62F0-1DA69C99119A}"/>
              </a:ext>
            </a:extLst>
          </p:cNvPr>
          <p:cNvSpPr>
            <a:spLocks noChangeArrowheads="1"/>
          </p:cNvSpPr>
          <p:nvPr>
            <p:ph type="body" idx="1"/>
          </p:nvPr>
        </p:nvSpPr>
        <p:spPr>
          <a:xfrm>
            <a:off x="685800" y="4343400"/>
            <a:ext cx="5481638" cy="40211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7">
            <a:extLst>
              <a:ext uri="{FF2B5EF4-FFF2-40B4-BE49-F238E27FC236}">
                <a16:creationId xmlns:a16="http://schemas.microsoft.com/office/drawing/2014/main" id="{BF437196-C28A-E0C6-B67A-7C128DC42BA9}"/>
              </a:ext>
            </a:extLst>
          </p:cNvPr>
          <p:cNvSpPr>
            <a:spLocks noGrp="1" noChangeArrowheads="1"/>
          </p:cNvSpPr>
          <p:nvPr>
            <p:ph type="sldNum" idx="10"/>
          </p:nvPr>
        </p:nvSpPr>
        <p:spPr>
          <a:ln/>
        </p:spPr>
        <p:txBody>
          <a:bodyPr/>
          <a:lstStyle>
            <a:lvl1pPr>
              <a:defRPr/>
            </a:lvl1pPr>
          </a:lstStyle>
          <a:p>
            <a:fld id="{12BCECA5-0638-4359-97E8-281EF1819127}" type="slidenum">
              <a:rPr lang="en-US" altLang="en-US"/>
              <a:pPr/>
              <a:t>‹#›</a:t>
            </a:fld>
            <a:endParaRPr lang="en-US" altLang="en-US"/>
          </a:p>
        </p:txBody>
      </p:sp>
    </p:spTree>
    <p:extLst>
      <p:ext uri="{BB962C8B-B14F-4D97-AF65-F5344CB8AC3E}">
        <p14:creationId xmlns:p14="http://schemas.microsoft.com/office/powerpoint/2010/main" val="2178679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a:extLst>
              <a:ext uri="{FF2B5EF4-FFF2-40B4-BE49-F238E27FC236}">
                <a16:creationId xmlns:a16="http://schemas.microsoft.com/office/drawing/2014/main" id="{73DA771B-6C85-A55E-1E67-AFCE888D0D54}"/>
              </a:ext>
            </a:extLst>
          </p:cNvPr>
          <p:cNvSpPr>
            <a:spLocks noGrp="1" noChangeArrowheads="1"/>
          </p:cNvSpPr>
          <p:nvPr>
            <p:ph type="sldNum" idx="10"/>
          </p:nvPr>
        </p:nvSpPr>
        <p:spPr>
          <a:ln/>
        </p:spPr>
        <p:txBody>
          <a:bodyPr/>
          <a:lstStyle>
            <a:lvl1pPr>
              <a:defRPr/>
            </a:lvl1pPr>
          </a:lstStyle>
          <a:p>
            <a:fld id="{CDF439CC-C666-4483-9C6C-DF9C39242992}" type="slidenum">
              <a:rPr lang="en-US" altLang="en-US"/>
              <a:pPr/>
              <a:t>‹#›</a:t>
            </a:fld>
            <a:endParaRPr lang="en-US" altLang="en-US"/>
          </a:p>
        </p:txBody>
      </p:sp>
    </p:spTree>
    <p:extLst>
      <p:ext uri="{BB962C8B-B14F-4D97-AF65-F5344CB8AC3E}">
        <p14:creationId xmlns:p14="http://schemas.microsoft.com/office/powerpoint/2010/main" val="344431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7">
            <a:extLst>
              <a:ext uri="{FF2B5EF4-FFF2-40B4-BE49-F238E27FC236}">
                <a16:creationId xmlns:a16="http://schemas.microsoft.com/office/drawing/2014/main" id="{8F86E8D1-6FDE-1F6C-52A1-8EEF220ADA7B}"/>
              </a:ext>
            </a:extLst>
          </p:cNvPr>
          <p:cNvSpPr>
            <a:spLocks noGrp="1" noChangeArrowheads="1"/>
          </p:cNvSpPr>
          <p:nvPr>
            <p:ph type="sldNum" idx="10"/>
          </p:nvPr>
        </p:nvSpPr>
        <p:spPr>
          <a:ln/>
        </p:spPr>
        <p:txBody>
          <a:bodyPr/>
          <a:lstStyle>
            <a:lvl1pPr>
              <a:defRPr/>
            </a:lvl1pPr>
          </a:lstStyle>
          <a:p>
            <a:fld id="{C2669431-6C6E-4449-AF87-216C6194253F}" type="slidenum">
              <a:rPr lang="en-US" altLang="en-US"/>
              <a:pPr/>
              <a:t>‹#›</a:t>
            </a:fld>
            <a:endParaRPr lang="en-US" altLang="en-US"/>
          </a:p>
        </p:txBody>
      </p:sp>
    </p:spTree>
    <p:extLst>
      <p:ext uri="{BB962C8B-B14F-4D97-AF65-F5344CB8AC3E}">
        <p14:creationId xmlns:p14="http://schemas.microsoft.com/office/powerpoint/2010/main" val="3364540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6738" y="1752600"/>
            <a:ext cx="3917950" cy="45164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37088" y="1752600"/>
            <a:ext cx="3917950" cy="45164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7">
            <a:extLst>
              <a:ext uri="{FF2B5EF4-FFF2-40B4-BE49-F238E27FC236}">
                <a16:creationId xmlns:a16="http://schemas.microsoft.com/office/drawing/2014/main" id="{584034F1-B381-4E15-BD3C-5B37E756EDBD}"/>
              </a:ext>
            </a:extLst>
          </p:cNvPr>
          <p:cNvSpPr>
            <a:spLocks noGrp="1" noChangeArrowheads="1"/>
          </p:cNvSpPr>
          <p:nvPr>
            <p:ph type="sldNum" idx="10"/>
          </p:nvPr>
        </p:nvSpPr>
        <p:spPr>
          <a:ln/>
        </p:spPr>
        <p:txBody>
          <a:bodyPr/>
          <a:lstStyle>
            <a:lvl1pPr>
              <a:defRPr/>
            </a:lvl1pPr>
          </a:lstStyle>
          <a:p>
            <a:fld id="{B014D02E-5E49-4466-980C-AA420D915ECC}" type="slidenum">
              <a:rPr lang="en-US" altLang="en-US"/>
              <a:pPr/>
              <a:t>‹#›</a:t>
            </a:fld>
            <a:endParaRPr lang="en-US" altLang="en-US"/>
          </a:p>
        </p:txBody>
      </p:sp>
    </p:spTree>
    <p:extLst>
      <p:ext uri="{BB962C8B-B14F-4D97-AF65-F5344CB8AC3E}">
        <p14:creationId xmlns:p14="http://schemas.microsoft.com/office/powerpoint/2010/main" val="1428705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7">
            <a:extLst>
              <a:ext uri="{FF2B5EF4-FFF2-40B4-BE49-F238E27FC236}">
                <a16:creationId xmlns:a16="http://schemas.microsoft.com/office/drawing/2014/main" id="{9BBB70CB-1793-6DA3-81A2-90A13102E0ED}"/>
              </a:ext>
            </a:extLst>
          </p:cNvPr>
          <p:cNvSpPr>
            <a:spLocks noGrp="1" noChangeArrowheads="1"/>
          </p:cNvSpPr>
          <p:nvPr>
            <p:ph type="sldNum" idx="10"/>
          </p:nvPr>
        </p:nvSpPr>
        <p:spPr>
          <a:ln/>
        </p:spPr>
        <p:txBody>
          <a:bodyPr/>
          <a:lstStyle>
            <a:lvl1pPr>
              <a:defRPr/>
            </a:lvl1pPr>
          </a:lstStyle>
          <a:p>
            <a:fld id="{81012C40-9475-4508-86DD-799DA6D9146F}" type="slidenum">
              <a:rPr lang="en-US" altLang="en-US"/>
              <a:pPr/>
              <a:t>‹#›</a:t>
            </a:fld>
            <a:endParaRPr lang="en-US" altLang="en-US"/>
          </a:p>
        </p:txBody>
      </p:sp>
    </p:spTree>
    <p:extLst>
      <p:ext uri="{BB962C8B-B14F-4D97-AF65-F5344CB8AC3E}">
        <p14:creationId xmlns:p14="http://schemas.microsoft.com/office/powerpoint/2010/main" val="1217992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7">
            <a:extLst>
              <a:ext uri="{FF2B5EF4-FFF2-40B4-BE49-F238E27FC236}">
                <a16:creationId xmlns:a16="http://schemas.microsoft.com/office/drawing/2014/main" id="{2EDF035F-EE15-83E4-B645-02CCE8559584}"/>
              </a:ext>
            </a:extLst>
          </p:cNvPr>
          <p:cNvSpPr>
            <a:spLocks noGrp="1" noChangeArrowheads="1"/>
          </p:cNvSpPr>
          <p:nvPr>
            <p:ph type="sldNum" idx="10"/>
          </p:nvPr>
        </p:nvSpPr>
        <p:spPr>
          <a:ln/>
        </p:spPr>
        <p:txBody>
          <a:bodyPr/>
          <a:lstStyle>
            <a:lvl1pPr>
              <a:defRPr/>
            </a:lvl1pPr>
          </a:lstStyle>
          <a:p>
            <a:fld id="{BBAB915D-060C-4C45-A27C-815C56D30D0A}" type="slidenum">
              <a:rPr lang="en-US" altLang="en-US"/>
              <a:pPr/>
              <a:t>‹#›</a:t>
            </a:fld>
            <a:endParaRPr lang="en-US" altLang="en-US"/>
          </a:p>
        </p:txBody>
      </p:sp>
    </p:spTree>
    <p:extLst>
      <p:ext uri="{BB962C8B-B14F-4D97-AF65-F5344CB8AC3E}">
        <p14:creationId xmlns:p14="http://schemas.microsoft.com/office/powerpoint/2010/main" val="1772073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0419CD0B-D27A-5C0D-59F0-B2AA207CD06D}"/>
              </a:ext>
            </a:extLst>
          </p:cNvPr>
          <p:cNvSpPr>
            <a:spLocks noGrp="1" noChangeArrowheads="1"/>
          </p:cNvSpPr>
          <p:nvPr>
            <p:ph type="sldNum" idx="10"/>
          </p:nvPr>
        </p:nvSpPr>
        <p:spPr>
          <a:ln/>
        </p:spPr>
        <p:txBody>
          <a:bodyPr/>
          <a:lstStyle>
            <a:lvl1pPr>
              <a:defRPr/>
            </a:lvl1pPr>
          </a:lstStyle>
          <a:p>
            <a:fld id="{A8AF0EB0-A4A6-4A41-895D-6876EB385EBA}" type="slidenum">
              <a:rPr lang="en-US" altLang="en-US"/>
              <a:pPr/>
              <a:t>‹#›</a:t>
            </a:fld>
            <a:endParaRPr lang="en-US" altLang="en-US"/>
          </a:p>
        </p:txBody>
      </p:sp>
    </p:spTree>
    <p:extLst>
      <p:ext uri="{BB962C8B-B14F-4D97-AF65-F5344CB8AC3E}">
        <p14:creationId xmlns:p14="http://schemas.microsoft.com/office/powerpoint/2010/main" val="363214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7">
            <a:extLst>
              <a:ext uri="{FF2B5EF4-FFF2-40B4-BE49-F238E27FC236}">
                <a16:creationId xmlns:a16="http://schemas.microsoft.com/office/drawing/2014/main" id="{14CDF687-1DC2-3374-D4DC-28ED2C50478A}"/>
              </a:ext>
            </a:extLst>
          </p:cNvPr>
          <p:cNvSpPr>
            <a:spLocks noGrp="1" noChangeArrowheads="1"/>
          </p:cNvSpPr>
          <p:nvPr>
            <p:ph type="sldNum" idx="10"/>
          </p:nvPr>
        </p:nvSpPr>
        <p:spPr>
          <a:ln/>
        </p:spPr>
        <p:txBody>
          <a:bodyPr/>
          <a:lstStyle>
            <a:lvl1pPr>
              <a:defRPr/>
            </a:lvl1pPr>
          </a:lstStyle>
          <a:p>
            <a:fld id="{72EE8981-FBF4-4AD7-801A-693054B7E4F3}" type="slidenum">
              <a:rPr lang="en-US" altLang="en-US"/>
              <a:pPr/>
              <a:t>‹#›</a:t>
            </a:fld>
            <a:endParaRPr lang="en-US" altLang="en-US"/>
          </a:p>
        </p:txBody>
      </p:sp>
    </p:spTree>
    <p:extLst>
      <p:ext uri="{BB962C8B-B14F-4D97-AF65-F5344CB8AC3E}">
        <p14:creationId xmlns:p14="http://schemas.microsoft.com/office/powerpoint/2010/main" val="701330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7">
            <a:extLst>
              <a:ext uri="{FF2B5EF4-FFF2-40B4-BE49-F238E27FC236}">
                <a16:creationId xmlns:a16="http://schemas.microsoft.com/office/drawing/2014/main" id="{287E4A25-8B7C-6E0F-E74B-3FBDC737AC7E}"/>
              </a:ext>
            </a:extLst>
          </p:cNvPr>
          <p:cNvSpPr>
            <a:spLocks noGrp="1" noChangeArrowheads="1"/>
          </p:cNvSpPr>
          <p:nvPr>
            <p:ph type="sldNum" idx="10"/>
          </p:nvPr>
        </p:nvSpPr>
        <p:spPr>
          <a:ln/>
        </p:spPr>
        <p:txBody>
          <a:bodyPr/>
          <a:lstStyle>
            <a:lvl1pPr>
              <a:defRPr/>
            </a:lvl1pPr>
          </a:lstStyle>
          <a:p>
            <a:fld id="{072F4162-F383-4956-98BF-26812620A081}" type="slidenum">
              <a:rPr lang="en-US" altLang="en-US"/>
              <a:pPr/>
              <a:t>‹#›</a:t>
            </a:fld>
            <a:endParaRPr lang="en-US" altLang="en-US"/>
          </a:p>
        </p:txBody>
      </p:sp>
    </p:spTree>
    <p:extLst>
      <p:ext uri="{BB962C8B-B14F-4D97-AF65-F5344CB8AC3E}">
        <p14:creationId xmlns:p14="http://schemas.microsoft.com/office/powerpoint/2010/main" val="1915042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a:extLst>
              <a:ext uri="{FF2B5EF4-FFF2-40B4-BE49-F238E27FC236}">
                <a16:creationId xmlns:a16="http://schemas.microsoft.com/office/drawing/2014/main" id="{20667829-4484-81BF-DEEB-7456DF10F1C1}"/>
              </a:ext>
            </a:extLst>
          </p:cNvPr>
          <p:cNvSpPr>
            <a:spLocks noGrp="1" noChangeArrowheads="1"/>
          </p:cNvSpPr>
          <p:nvPr>
            <p:ph type="sldNum" idx="10"/>
          </p:nvPr>
        </p:nvSpPr>
        <p:spPr>
          <a:ln/>
        </p:spPr>
        <p:txBody>
          <a:bodyPr/>
          <a:lstStyle>
            <a:lvl1pPr>
              <a:defRPr/>
            </a:lvl1pPr>
          </a:lstStyle>
          <a:p>
            <a:fld id="{5755CD25-075A-44CF-9CCD-36A21984EFA7}" type="slidenum">
              <a:rPr lang="en-US" altLang="en-US"/>
              <a:pPr/>
              <a:t>‹#›</a:t>
            </a:fld>
            <a:endParaRPr lang="en-US" altLang="en-US"/>
          </a:p>
        </p:txBody>
      </p:sp>
    </p:spTree>
    <p:extLst>
      <p:ext uri="{BB962C8B-B14F-4D97-AF65-F5344CB8AC3E}">
        <p14:creationId xmlns:p14="http://schemas.microsoft.com/office/powerpoint/2010/main" val="1236287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4313" y="304800"/>
            <a:ext cx="1998662" cy="59642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6738" y="304800"/>
            <a:ext cx="5845175" cy="59642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a:extLst>
              <a:ext uri="{FF2B5EF4-FFF2-40B4-BE49-F238E27FC236}">
                <a16:creationId xmlns:a16="http://schemas.microsoft.com/office/drawing/2014/main" id="{F63C849E-2B83-CD10-54AE-D455283DBC06}"/>
              </a:ext>
            </a:extLst>
          </p:cNvPr>
          <p:cNvSpPr>
            <a:spLocks noGrp="1" noChangeArrowheads="1"/>
          </p:cNvSpPr>
          <p:nvPr>
            <p:ph type="sldNum" idx="10"/>
          </p:nvPr>
        </p:nvSpPr>
        <p:spPr>
          <a:ln/>
        </p:spPr>
        <p:txBody>
          <a:bodyPr/>
          <a:lstStyle>
            <a:lvl1pPr>
              <a:defRPr/>
            </a:lvl1pPr>
          </a:lstStyle>
          <a:p>
            <a:fld id="{38DF53DB-3EE0-41EE-BE92-503EF263D25C}" type="slidenum">
              <a:rPr lang="en-US" altLang="en-US"/>
              <a:pPr/>
              <a:t>‹#›</a:t>
            </a:fld>
            <a:endParaRPr lang="en-US" altLang="en-US"/>
          </a:p>
        </p:txBody>
      </p:sp>
    </p:spTree>
    <p:extLst>
      <p:ext uri="{BB962C8B-B14F-4D97-AF65-F5344CB8AC3E}">
        <p14:creationId xmlns:p14="http://schemas.microsoft.com/office/powerpoint/2010/main" val="1501201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E6CAD27D-9C4D-963E-25FA-1FAB3E74B9CB}"/>
              </a:ext>
            </a:extLst>
          </p:cNvPr>
          <p:cNvSpPr>
            <a:spLocks noGrp="1" noChangeArrowheads="1"/>
          </p:cNvSpPr>
          <p:nvPr>
            <p:ph type="sldNum" idx="10"/>
          </p:nvPr>
        </p:nvSpPr>
        <p:spPr>
          <a:ln/>
        </p:spPr>
        <p:txBody>
          <a:bodyPr/>
          <a:lstStyle>
            <a:lvl1pPr>
              <a:defRPr/>
            </a:lvl1pPr>
          </a:lstStyle>
          <a:p>
            <a:fld id="{6038B235-B89D-4FB5-AC4A-2847192B872E}" type="slidenum">
              <a:rPr lang="en-US" altLang="en-US"/>
              <a:pPr/>
              <a:t>‹#›</a:t>
            </a:fld>
            <a:endParaRPr lang="en-US" altLang="en-US"/>
          </a:p>
        </p:txBody>
      </p:sp>
    </p:spTree>
    <p:extLst>
      <p:ext uri="{BB962C8B-B14F-4D97-AF65-F5344CB8AC3E}">
        <p14:creationId xmlns:p14="http://schemas.microsoft.com/office/powerpoint/2010/main" val="2573089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63DB02D-C8D3-4740-6733-B55F0D5409C0}"/>
              </a:ext>
            </a:extLst>
          </p:cNvPr>
          <p:cNvSpPr>
            <a:spLocks noGrp="1" noChangeArrowheads="1"/>
          </p:cNvSpPr>
          <p:nvPr>
            <p:ph type="sldNum" idx="10"/>
          </p:nvPr>
        </p:nvSpPr>
        <p:spPr>
          <a:ln/>
        </p:spPr>
        <p:txBody>
          <a:bodyPr/>
          <a:lstStyle>
            <a:lvl1pPr>
              <a:defRPr/>
            </a:lvl1pPr>
          </a:lstStyle>
          <a:p>
            <a:fld id="{DA1A6AFD-9C89-4E85-88CF-492ED6EBA693}" type="slidenum">
              <a:rPr lang="en-US" altLang="en-US"/>
              <a:pPr/>
              <a:t>‹#›</a:t>
            </a:fld>
            <a:endParaRPr lang="en-US" altLang="en-US"/>
          </a:p>
        </p:txBody>
      </p:sp>
    </p:spTree>
    <p:extLst>
      <p:ext uri="{BB962C8B-B14F-4D97-AF65-F5344CB8AC3E}">
        <p14:creationId xmlns:p14="http://schemas.microsoft.com/office/powerpoint/2010/main" val="26255069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902B74B4-57C1-3DEF-4350-E79B56B4EC01}"/>
              </a:ext>
            </a:extLst>
          </p:cNvPr>
          <p:cNvSpPr>
            <a:spLocks noGrp="1" noChangeArrowheads="1"/>
          </p:cNvSpPr>
          <p:nvPr>
            <p:ph type="sldNum" idx="10"/>
          </p:nvPr>
        </p:nvSpPr>
        <p:spPr>
          <a:ln/>
        </p:spPr>
        <p:txBody>
          <a:bodyPr/>
          <a:lstStyle>
            <a:lvl1pPr>
              <a:defRPr/>
            </a:lvl1pPr>
          </a:lstStyle>
          <a:p>
            <a:fld id="{324CECAA-175E-4943-B4AE-2029CFF5A68F}" type="slidenum">
              <a:rPr lang="en-US" altLang="en-US"/>
              <a:pPr/>
              <a:t>‹#›</a:t>
            </a:fld>
            <a:endParaRPr lang="en-US" altLang="en-US"/>
          </a:p>
        </p:txBody>
      </p:sp>
    </p:spTree>
    <p:extLst>
      <p:ext uri="{BB962C8B-B14F-4D97-AF65-F5344CB8AC3E}">
        <p14:creationId xmlns:p14="http://schemas.microsoft.com/office/powerpoint/2010/main" val="38578066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3CCFF7C-61BE-634F-9C29-455B68DF04B1}"/>
              </a:ext>
            </a:extLst>
          </p:cNvPr>
          <p:cNvSpPr>
            <a:spLocks noGrp="1" noChangeArrowheads="1"/>
          </p:cNvSpPr>
          <p:nvPr>
            <p:ph type="sldNum" idx="10"/>
          </p:nvPr>
        </p:nvSpPr>
        <p:spPr>
          <a:ln/>
        </p:spPr>
        <p:txBody>
          <a:bodyPr/>
          <a:lstStyle>
            <a:lvl1pPr>
              <a:defRPr/>
            </a:lvl1pPr>
          </a:lstStyle>
          <a:p>
            <a:fld id="{4CF9007F-D26C-4F27-99E9-445D25D66211}" type="slidenum">
              <a:rPr lang="en-US" altLang="en-US"/>
              <a:pPr/>
              <a:t>‹#›</a:t>
            </a:fld>
            <a:endParaRPr lang="en-US" altLang="en-US"/>
          </a:p>
        </p:txBody>
      </p:sp>
    </p:spTree>
    <p:extLst>
      <p:ext uri="{BB962C8B-B14F-4D97-AF65-F5344CB8AC3E}">
        <p14:creationId xmlns:p14="http://schemas.microsoft.com/office/powerpoint/2010/main" val="25681053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1121B91C-8E2F-B7E5-9614-16A5A557DE6D}"/>
              </a:ext>
            </a:extLst>
          </p:cNvPr>
          <p:cNvSpPr>
            <a:spLocks noGrp="1" noChangeArrowheads="1"/>
          </p:cNvSpPr>
          <p:nvPr>
            <p:ph type="sldNum" idx="10"/>
          </p:nvPr>
        </p:nvSpPr>
        <p:spPr>
          <a:ln/>
        </p:spPr>
        <p:txBody>
          <a:bodyPr/>
          <a:lstStyle>
            <a:lvl1pPr>
              <a:defRPr/>
            </a:lvl1pPr>
          </a:lstStyle>
          <a:p>
            <a:fld id="{452C56D5-B190-477A-8CA4-F0E2AF4E37FB}" type="slidenum">
              <a:rPr lang="en-US" altLang="en-US"/>
              <a:pPr/>
              <a:t>‹#›</a:t>
            </a:fld>
            <a:endParaRPr lang="en-US" altLang="en-US"/>
          </a:p>
        </p:txBody>
      </p:sp>
    </p:spTree>
    <p:extLst>
      <p:ext uri="{BB962C8B-B14F-4D97-AF65-F5344CB8AC3E}">
        <p14:creationId xmlns:p14="http://schemas.microsoft.com/office/powerpoint/2010/main" val="3310304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0485754-A25B-7619-55A3-171CA78F76A9}"/>
              </a:ext>
            </a:extLst>
          </p:cNvPr>
          <p:cNvSpPr>
            <a:spLocks noGrp="1" noChangeArrowheads="1"/>
          </p:cNvSpPr>
          <p:nvPr>
            <p:ph type="sldNum" idx="10"/>
          </p:nvPr>
        </p:nvSpPr>
        <p:spPr>
          <a:ln/>
        </p:spPr>
        <p:txBody>
          <a:bodyPr/>
          <a:lstStyle>
            <a:lvl1pPr>
              <a:defRPr/>
            </a:lvl1pPr>
          </a:lstStyle>
          <a:p>
            <a:fld id="{15908CF3-B75C-469F-94A1-860A9D8AEC04}" type="slidenum">
              <a:rPr lang="en-US" altLang="en-US"/>
              <a:pPr/>
              <a:t>‹#›</a:t>
            </a:fld>
            <a:endParaRPr lang="en-US" altLang="en-US"/>
          </a:p>
        </p:txBody>
      </p:sp>
    </p:spTree>
    <p:extLst>
      <p:ext uri="{BB962C8B-B14F-4D97-AF65-F5344CB8AC3E}">
        <p14:creationId xmlns:p14="http://schemas.microsoft.com/office/powerpoint/2010/main" val="71916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F6FBCBF-374B-B822-045A-B72F00DC7A1F}"/>
              </a:ext>
            </a:extLst>
          </p:cNvPr>
          <p:cNvSpPr>
            <a:spLocks noGrp="1" noChangeArrowheads="1"/>
          </p:cNvSpPr>
          <p:nvPr>
            <p:ph type="sldNum" idx="10"/>
          </p:nvPr>
        </p:nvSpPr>
        <p:spPr>
          <a:ln/>
        </p:spPr>
        <p:txBody>
          <a:bodyPr/>
          <a:lstStyle>
            <a:lvl1pPr>
              <a:defRPr/>
            </a:lvl1pPr>
          </a:lstStyle>
          <a:p>
            <a:fld id="{2D9C19FF-6395-4DEB-98E2-651CE1E57490}" type="slidenum">
              <a:rPr lang="en-US" altLang="en-US"/>
              <a:pPr/>
              <a:t>‹#›</a:t>
            </a:fld>
            <a:endParaRPr lang="en-US" altLang="en-US"/>
          </a:p>
        </p:txBody>
      </p:sp>
    </p:spTree>
    <p:extLst>
      <p:ext uri="{BB962C8B-B14F-4D97-AF65-F5344CB8AC3E}">
        <p14:creationId xmlns:p14="http://schemas.microsoft.com/office/powerpoint/2010/main" val="25501680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768433C-D4C1-BA76-8E48-CC07FFC9D018}"/>
              </a:ext>
            </a:extLst>
          </p:cNvPr>
          <p:cNvSpPr>
            <a:spLocks noGrp="1" noChangeArrowheads="1"/>
          </p:cNvSpPr>
          <p:nvPr>
            <p:ph type="sldNum" idx="10"/>
          </p:nvPr>
        </p:nvSpPr>
        <p:spPr>
          <a:ln/>
        </p:spPr>
        <p:txBody>
          <a:bodyPr/>
          <a:lstStyle>
            <a:lvl1pPr>
              <a:defRPr/>
            </a:lvl1pPr>
          </a:lstStyle>
          <a:p>
            <a:fld id="{DA9F43A4-64B5-44F6-95D4-0F63EB3F4D53}" type="slidenum">
              <a:rPr lang="en-US" altLang="en-US"/>
              <a:pPr/>
              <a:t>‹#›</a:t>
            </a:fld>
            <a:endParaRPr lang="en-US" altLang="en-US"/>
          </a:p>
        </p:txBody>
      </p:sp>
    </p:spTree>
    <p:extLst>
      <p:ext uri="{BB962C8B-B14F-4D97-AF65-F5344CB8AC3E}">
        <p14:creationId xmlns:p14="http://schemas.microsoft.com/office/powerpoint/2010/main" val="2338445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DA5D2D2-4F41-733D-F669-183AADDBE174}"/>
              </a:ext>
            </a:extLst>
          </p:cNvPr>
          <p:cNvSpPr>
            <a:spLocks noGrp="1" noChangeArrowheads="1"/>
          </p:cNvSpPr>
          <p:nvPr>
            <p:ph type="sldNum" idx="10"/>
          </p:nvPr>
        </p:nvSpPr>
        <p:spPr>
          <a:ln/>
        </p:spPr>
        <p:txBody>
          <a:bodyPr/>
          <a:lstStyle>
            <a:lvl1pPr>
              <a:defRPr/>
            </a:lvl1pPr>
          </a:lstStyle>
          <a:p>
            <a:fld id="{762322BA-2F65-4D1A-A57C-1329BCA017F0}" type="slidenum">
              <a:rPr lang="en-US" altLang="en-US"/>
              <a:pPr/>
              <a:t>‹#›</a:t>
            </a:fld>
            <a:endParaRPr lang="en-US" altLang="en-US"/>
          </a:p>
        </p:txBody>
      </p:sp>
    </p:spTree>
    <p:extLst>
      <p:ext uri="{BB962C8B-B14F-4D97-AF65-F5344CB8AC3E}">
        <p14:creationId xmlns:p14="http://schemas.microsoft.com/office/powerpoint/2010/main" val="10781360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4C82ACC-5B8E-835C-57DB-3E2E9F3A2F32}"/>
              </a:ext>
            </a:extLst>
          </p:cNvPr>
          <p:cNvSpPr>
            <a:spLocks noGrp="1" noChangeArrowheads="1"/>
          </p:cNvSpPr>
          <p:nvPr>
            <p:ph type="sldNum" idx="10"/>
          </p:nvPr>
        </p:nvSpPr>
        <p:spPr>
          <a:ln/>
        </p:spPr>
        <p:txBody>
          <a:bodyPr/>
          <a:lstStyle>
            <a:lvl1pPr>
              <a:defRPr/>
            </a:lvl1pPr>
          </a:lstStyle>
          <a:p>
            <a:fld id="{52827DC1-651D-4FCE-A813-2D7EFD493138}" type="slidenum">
              <a:rPr lang="en-US" altLang="en-US"/>
              <a:pPr/>
              <a:t>‹#›</a:t>
            </a:fld>
            <a:endParaRPr lang="en-US" altLang="en-US"/>
          </a:p>
        </p:txBody>
      </p:sp>
    </p:spTree>
    <p:extLst>
      <p:ext uri="{BB962C8B-B14F-4D97-AF65-F5344CB8AC3E}">
        <p14:creationId xmlns:p14="http://schemas.microsoft.com/office/powerpoint/2010/main" val="19946354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90600"/>
            <a:ext cx="2057400" cy="5135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90600"/>
            <a:ext cx="6019800" cy="51355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36A3116-E154-F0C2-F4C0-E5035E140975}"/>
              </a:ext>
            </a:extLst>
          </p:cNvPr>
          <p:cNvSpPr>
            <a:spLocks noGrp="1" noChangeArrowheads="1"/>
          </p:cNvSpPr>
          <p:nvPr>
            <p:ph type="sldNum" idx="10"/>
          </p:nvPr>
        </p:nvSpPr>
        <p:spPr>
          <a:ln/>
        </p:spPr>
        <p:txBody>
          <a:bodyPr/>
          <a:lstStyle>
            <a:lvl1pPr>
              <a:defRPr/>
            </a:lvl1pPr>
          </a:lstStyle>
          <a:p>
            <a:fld id="{ECAE687A-A314-4E4F-85F0-7CB6871DED8E}" type="slidenum">
              <a:rPr lang="en-US" altLang="en-US"/>
              <a:pPr/>
              <a:t>‹#›</a:t>
            </a:fld>
            <a:endParaRPr lang="en-US" altLang="en-US"/>
          </a:p>
        </p:txBody>
      </p:sp>
    </p:spTree>
    <p:extLst>
      <p:ext uri="{BB962C8B-B14F-4D97-AF65-F5344CB8AC3E}">
        <p14:creationId xmlns:p14="http://schemas.microsoft.com/office/powerpoint/2010/main" val="40863235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CB9DFDC5-DD44-8080-A62B-AF1B91BFA837}"/>
              </a:ext>
            </a:extLst>
          </p:cNvPr>
          <p:cNvSpPr>
            <a:spLocks noGrp="1" noChangeArrowheads="1"/>
          </p:cNvSpPr>
          <p:nvPr>
            <p:ph type="sldNum" idx="10"/>
          </p:nvPr>
        </p:nvSpPr>
        <p:spPr>
          <a:ln/>
        </p:spPr>
        <p:txBody>
          <a:bodyPr/>
          <a:lstStyle>
            <a:lvl1pPr>
              <a:defRPr/>
            </a:lvl1pPr>
          </a:lstStyle>
          <a:p>
            <a:fld id="{6432673C-BE67-44CA-AA84-CA0475A0E60D}" type="slidenum">
              <a:rPr lang="en-US" altLang="en-US"/>
              <a:pPr/>
              <a:t>‹#›</a:t>
            </a:fld>
            <a:endParaRPr lang="en-US" altLang="en-US"/>
          </a:p>
        </p:txBody>
      </p:sp>
    </p:spTree>
    <p:extLst>
      <p:ext uri="{BB962C8B-B14F-4D97-AF65-F5344CB8AC3E}">
        <p14:creationId xmlns:p14="http://schemas.microsoft.com/office/powerpoint/2010/main" val="42458872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E302875D-DFEC-9D35-6E26-B2327C2DBBAB}"/>
              </a:ext>
            </a:extLst>
          </p:cNvPr>
          <p:cNvSpPr>
            <a:spLocks noGrp="1" noChangeArrowheads="1"/>
          </p:cNvSpPr>
          <p:nvPr>
            <p:ph type="sldNum" idx="10"/>
          </p:nvPr>
        </p:nvSpPr>
        <p:spPr>
          <a:ln/>
        </p:spPr>
        <p:txBody>
          <a:bodyPr/>
          <a:lstStyle>
            <a:lvl1pPr>
              <a:defRPr/>
            </a:lvl1pPr>
          </a:lstStyle>
          <a:p>
            <a:fld id="{1F2570BF-362F-4692-ADD1-C1C4D1709235}" type="slidenum">
              <a:rPr lang="en-US" altLang="en-US"/>
              <a:pPr/>
              <a:t>‹#›</a:t>
            </a:fld>
            <a:endParaRPr lang="en-US" altLang="en-US"/>
          </a:p>
        </p:txBody>
      </p:sp>
    </p:spTree>
    <p:extLst>
      <p:ext uri="{BB962C8B-B14F-4D97-AF65-F5344CB8AC3E}">
        <p14:creationId xmlns:p14="http://schemas.microsoft.com/office/powerpoint/2010/main" val="4360673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D304856F-2B66-D58E-D764-95FA23800DD9}"/>
              </a:ext>
            </a:extLst>
          </p:cNvPr>
          <p:cNvSpPr>
            <a:spLocks noGrp="1" noChangeArrowheads="1"/>
          </p:cNvSpPr>
          <p:nvPr>
            <p:ph type="sldNum" idx="10"/>
          </p:nvPr>
        </p:nvSpPr>
        <p:spPr>
          <a:ln/>
        </p:spPr>
        <p:txBody>
          <a:bodyPr/>
          <a:lstStyle>
            <a:lvl1pPr>
              <a:defRPr/>
            </a:lvl1pPr>
          </a:lstStyle>
          <a:p>
            <a:fld id="{4307AFF4-2963-4E5E-8949-13411FF08B96}" type="slidenum">
              <a:rPr lang="en-US" altLang="en-US"/>
              <a:pPr/>
              <a:t>‹#›</a:t>
            </a:fld>
            <a:endParaRPr lang="en-US" altLang="en-US"/>
          </a:p>
        </p:txBody>
      </p:sp>
    </p:spTree>
    <p:extLst>
      <p:ext uri="{BB962C8B-B14F-4D97-AF65-F5344CB8AC3E}">
        <p14:creationId xmlns:p14="http://schemas.microsoft.com/office/powerpoint/2010/main" val="16756708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795463" y="1604963"/>
            <a:ext cx="3446462" cy="13709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94325" y="1604963"/>
            <a:ext cx="3448050" cy="13709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9E092D81-EE79-AB41-C47A-7046CCEC2686}"/>
              </a:ext>
            </a:extLst>
          </p:cNvPr>
          <p:cNvSpPr>
            <a:spLocks noGrp="1" noChangeArrowheads="1"/>
          </p:cNvSpPr>
          <p:nvPr>
            <p:ph type="sldNum" idx="10"/>
          </p:nvPr>
        </p:nvSpPr>
        <p:spPr>
          <a:ln/>
        </p:spPr>
        <p:txBody>
          <a:bodyPr/>
          <a:lstStyle>
            <a:lvl1pPr>
              <a:defRPr/>
            </a:lvl1pPr>
          </a:lstStyle>
          <a:p>
            <a:fld id="{7FC9ABB0-49C1-4043-9B72-49E2EF704A3F}" type="slidenum">
              <a:rPr lang="en-US" altLang="en-US"/>
              <a:pPr/>
              <a:t>‹#›</a:t>
            </a:fld>
            <a:endParaRPr lang="en-US" altLang="en-US"/>
          </a:p>
        </p:txBody>
      </p:sp>
    </p:spTree>
    <p:extLst>
      <p:ext uri="{BB962C8B-B14F-4D97-AF65-F5344CB8AC3E}">
        <p14:creationId xmlns:p14="http://schemas.microsoft.com/office/powerpoint/2010/main" val="31013188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8BEAEF6E-5A1C-6243-21E6-9E824C593598}"/>
              </a:ext>
            </a:extLst>
          </p:cNvPr>
          <p:cNvSpPr>
            <a:spLocks noGrp="1" noChangeArrowheads="1"/>
          </p:cNvSpPr>
          <p:nvPr>
            <p:ph type="sldNum" idx="10"/>
          </p:nvPr>
        </p:nvSpPr>
        <p:spPr>
          <a:ln/>
        </p:spPr>
        <p:txBody>
          <a:bodyPr/>
          <a:lstStyle>
            <a:lvl1pPr>
              <a:defRPr/>
            </a:lvl1pPr>
          </a:lstStyle>
          <a:p>
            <a:fld id="{F02818B3-8ECD-4302-B6BA-BB6F38A2B126}" type="slidenum">
              <a:rPr lang="en-US" altLang="en-US"/>
              <a:pPr/>
              <a:t>‹#›</a:t>
            </a:fld>
            <a:endParaRPr lang="en-US" altLang="en-US"/>
          </a:p>
        </p:txBody>
      </p:sp>
    </p:spTree>
    <p:extLst>
      <p:ext uri="{BB962C8B-B14F-4D97-AF65-F5344CB8AC3E}">
        <p14:creationId xmlns:p14="http://schemas.microsoft.com/office/powerpoint/2010/main" val="29211018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CCCB9C21-8B49-598C-D899-A71B313E6672}"/>
              </a:ext>
            </a:extLst>
          </p:cNvPr>
          <p:cNvSpPr>
            <a:spLocks noGrp="1" noChangeArrowheads="1"/>
          </p:cNvSpPr>
          <p:nvPr>
            <p:ph type="sldNum" idx="10"/>
          </p:nvPr>
        </p:nvSpPr>
        <p:spPr>
          <a:ln/>
        </p:spPr>
        <p:txBody>
          <a:bodyPr/>
          <a:lstStyle>
            <a:lvl1pPr>
              <a:defRPr/>
            </a:lvl1pPr>
          </a:lstStyle>
          <a:p>
            <a:fld id="{C4901F1A-B6EA-4467-8B34-5C88FAA16EA2}" type="slidenum">
              <a:rPr lang="en-US" altLang="en-US"/>
              <a:pPr/>
              <a:t>‹#›</a:t>
            </a:fld>
            <a:endParaRPr lang="en-US" altLang="en-US"/>
          </a:p>
        </p:txBody>
      </p:sp>
    </p:spTree>
    <p:extLst>
      <p:ext uri="{BB962C8B-B14F-4D97-AF65-F5344CB8AC3E}">
        <p14:creationId xmlns:p14="http://schemas.microsoft.com/office/powerpoint/2010/main" val="33128371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B2A59F2B-AD8F-937B-4F8F-B6B10624B131}"/>
              </a:ext>
            </a:extLst>
          </p:cNvPr>
          <p:cNvSpPr>
            <a:spLocks noGrp="1" noChangeArrowheads="1"/>
          </p:cNvSpPr>
          <p:nvPr>
            <p:ph type="sldNum" idx="10"/>
          </p:nvPr>
        </p:nvSpPr>
        <p:spPr>
          <a:ln/>
        </p:spPr>
        <p:txBody>
          <a:bodyPr/>
          <a:lstStyle>
            <a:lvl1pPr>
              <a:defRPr/>
            </a:lvl1pPr>
          </a:lstStyle>
          <a:p>
            <a:fld id="{54ABA0D5-59BE-491C-AA1B-46AE9BF2E06B}" type="slidenum">
              <a:rPr lang="en-US" altLang="en-US"/>
              <a:pPr/>
              <a:t>‹#›</a:t>
            </a:fld>
            <a:endParaRPr lang="en-US" altLang="en-US"/>
          </a:p>
        </p:txBody>
      </p:sp>
    </p:spTree>
    <p:extLst>
      <p:ext uri="{BB962C8B-B14F-4D97-AF65-F5344CB8AC3E}">
        <p14:creationId xmlns:p14="http://schemas.microsoft.com/office/powerpoint/2010/main" val="15873940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750A25DF-9F29-08E9-F36E-6A7535AFB2BF}"/>
              </a:ext>
            </a:extLst>
          </p:cNvPr>
          <p:cNvSpPr>
            <a:spLocks noGrp="1" noChangeArrowheads="1"/>
          </p:cNvSpPr>
          <p:nvPr>
            <p:ph type="sldNum" idx="10"/>
          </p:nvPr>
        </p:nvSpPr>
        <p:spPr>
          <a:ln/>
        </p:spPr>
        <p:txBody>
          <a:bodyPr/>
          <a:lstStyle>
            <a:lvl1pPr>
              <a:defRPr/>
            </a:lvl1pPr>
          </a:lstStyle>
          <a:p>
            <a:fld id="{C1157CB7-4C0A-43C6-9566-DD04D7811AE9}" type="slidenum">
              <a:rPr lang="en-US" altLang="en-US"/>
              <a:pPr/>
              <a:t>‹#›</a:t>
            </a:fld>
            <a:endParaRPr lang="en-US" altLang="en-US"/>
          </a:p>
        </p:txBody>
      </p:sp>
    </p:spTree>
    <p:extLst>
      <p:ext uri="{BB962C8B-B14F-4D97-AF65-F5344CB8AC3E}">
        <p14:creationId xmlns:p14="http://schemas.microsoft.com/office/powerpoint/2010/main" val="14645701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523FF74A-0024-2B49-6837-80CF862944E9}"/>
              </a:ext>
            </a:extLst>
          </p:cNvPr>
          <p:cNvSpPr>
            <a:spLocks noGrp="1" noChangeArrowheads="1"/>
          </p:cNvSpPr>
          <p:nvPr>
            <p:ph type="sldNum" idx="10"/>
          </p:nvPr>
        </p:nvSpPr>
        <p:spPr>
          <a:ln/>
        </p:spPr>
        <p:txBody>
          <a:bodyPr/>
          <a:lstStyle>
            <a:lvl1pPr>
              <a:defRPr/>
            </a:lvl1pPr>
          </a:lstStyle>
          <a:p>
            <a:fld id="{C6EEA775-F340-43FB-B06F-857401D4C9E1}" type="slidenum">
              <a:rPr lang="en-US" altLang="en-US"/>
              <a:pPr/>
              <a:t>‹#›</a:t>
            </a:fld>
            <a:endParaRPr lang="en-US" altLang="en-US"/>
          </a:p>
        </p:txBody>
      </p:sp>
    </p:spTree>
    <p:extLst>
      <p:ext uri="{BB962C8B-B14F-4D97-AF65-F5344CB8AC3E}">
        <p14:creationId xmlns:p14="http://schemas.microsoft.com/office/powerpoint/2010/main" val="8775616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FE558BA-1A1E-53DB-59C2-8B540BC76429}"/>
              </a:ext>
            </a:extLst>
          </p:cNvPr>
          <p:cNvSpPr>
            <a:spLocks noGrp="1" noChangeArrowheads="1"/>
          </p:cNvSpPr>
          <p:nvPr>
            <p:ph type="sldNum" idx="10"/>
          </p:nvPr>
        </p:nvSpPr>
        <p:spPr>
          <a:ln/>
        </p:spPr>
        <p:txBody>
          <a:bodyPr/>
          <a:lstStyle>
            <a:lvl1pPr>
              <a:defRPr/>
            </a:lvl1pPr>
          </a:lstStyle>
          <a:p>
            <a:fld id="{BD6DE6D6-A955-4797-A4CE-FC89EEF07833}" type="slidenum">
              <a:rPr lang="en-US" altLang="en-US"/>
              <a:pPr/>
              <a:t>‹#›</a:t>
            </a:fld>
            <a:endParaRPr lang="en-US" altLang="en-US"/>
          </a:p>
        </p:txBody>
      </p:sp>
    </p:spTree>
    <p:extLst>
      <p:ext uri="{BB962C8B-B14F-4D97-AF65-F5344CB8AC3E}">
        <p14:creationId xmlns:p14="http://schemas.microsoft.com/office/powerpoint/2010/main" val="38978491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05650" y="217488"/>
            <a:ext cx="1770063" cy="150971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795463" y="217488"/>
            <a:ext cx="5157787" cy="15097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8034041-3D43-CFB1-DD42-40D0011862AD}"/>
              </a:ext>
            </a:extLst>
          </p:cNvPr>
          <p:cNvSpPr>
            <a:spLocks noGrp="1" noChangeArrowheads="1"/>
          </p:cNvSpPr>
          <p:nvPr>
            <p:ph type="sldNum" idx="10"/>
          </p:nvPr>
        </p:nvSpPr>
        <p:spPr>
          <a:ln/>
        </p:spPr>
        <p:txBody>
          <a:bodyPr/>
          <a:lstStyle>
            <a:lvl1pPr>
              <a:defRPr/>
            </a:lvl1pPr>
          </a:lstStyle>
          <a:p>
            <a:fld id="{303DB7BC-F872-432D-B142-E49A762A9D3F}" type="slidenum">
              <a:rPr lang="en-US" altLang="en-US"/>
              <a:pPr/>
              <a:t>‹#›</a:t>
            </a:fld>
            <a:endParaRPr lang="en-US" altLang="en-US"/>
          </a:p>
        </p:txBody>
      </p:sp>
    </p:spTree>
    <p:extLst>
      <p:ext uri="{BB962C8B-B14F-4D97-AF65-F5344CB8AC3E}">
        <p14:creationId xmlns:p14="http://schemas.microsoft.com/office/powerpoint/2010/main" val="34402582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298825" y="217488"/>
            <a:ext cx="5576888" cy="1244600"/>
          </a:xfrm>
        </p:spPr>
        <p:txBody>
          <a:bodyPr/>
          <a:lstStyle/>
          <a:p>
            <a:r>
              <a:rPr lang="en-US"/>
              <a:t>Click to edit Master title style</a:t>
            </a:r>
          </a:p>
        </p:txBody>
      </p:sp>
      <p:sp>
        <p:nvSpPr>
          <p:cNvPr id="3" name="Rectangle 5">
            <a:extLst>
              <a:ext uri="{FF2B5EF4-FFF2-40B4-BE49-F238E27FC236}">
                <a16:creationId xmlns:a16="http://schemas.microsoft.com/office/drawing/2014/main" id="{D4845D34-782F-FC6E-1746-7E8610A6CBC3}"/>
              </a:ext>
            </a:extLst>
          </p:cNvPr>
          <p:cNvSpPr>
            <a:spLocks noGrp="1" noChangeArrowheads="1"/>
          </p:cNvSpPr>
          <p:nvPr>
            <p:ph type="sldNum" idx="10"/>
          </p:nvPr>
        </p:nvSpPr>
        <p:spPr>
          <a:ln/>
        </p:spPr>
        <p:txBody>
          <a:bodyPr/>
          <a:lstStyle>
            <a:lvl1pPr>
              <a:defRPr/>
            </a:lvl1pPr>
          </a:lstStyle>
          <a:p>
            <a:fld id="{6EEE2752-401B-43CB-82E0-1C65A2BFBDAA}" type="slidenum">
              <a:rPr lang="en-US" altLang="en-US"/>
              <a:pPr/>
              <a:t>‹#›</a:t>
            </a:fld>
            <a:endParaRPr lang="en-US" altLang="en-US"/>
          </a:p>
        </p:txBody>
      </p:sp>
    </p:spTree>
    <p:extLst>
      <p:ext uri="{BB962C8B-B14F-4D97-AF65-F5344CB8AC3E}">
        <p14:creationId xmlns:p14="http://schemas.microsoft.com/office/powerpoint/2010/main" val="1242503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0B64C0A6-7585-295F-A372-A540D3886FF1}"/>
              </a:ext>
            </a:extLst>
          </p:cNvPr>
          <p:cNvSpPr>
            <a:spLocks noGrp="1" noChangeArrowheads="1"/>
          </p:cNvSpPr>
          <p:nvPr>
            <p:ph type="title"/>
          </p:nvPr>
        </p:nvSpPr>
        <p:spPr bwMode="auto">
          <a:xfrm>
            <a:off x="574675" y="304800"/>
            <a:ext cx="798830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1027" name="Rectangle 2">
            <a:extLst>
              <a:ext uri="{FF2B5EF4-FFF2-40B4-BE49-F238E27FC236}">
                <a16:creationId xmlns:a16="http://schemas.microsoft.com/office/drawing/2014/main" id="{BE2D0BF0-9F11-F566-5C71-CFD4FF903B16}"/>
              </a:ext>
            </a:extLst>
          </p:cNvPr>
          <p:cNvSpPr>
            <a:spLocks noGrp="1" noChangeArrowheads="1"/>
          </p:cNvSpPr>
          <p:nvPr>
            <p:ph type="body" idx="1"/>
          </p:nvPr>
        </p:nvSpPr>
        <p:spPr bwMode="auto">
          <a:xfrm>
            <a:off x="566738" y="1752600"/>
            <a:ext cx="7988300" cy="451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1028" name="AutoShape 3">
            <a:extLst>
              <a:ext uri="{FF2B5EF4-FFF2-40B4-BE49-F238E27FC236}">
                <a16:creationId xmlns:a16="http://schemas.microsoft.com/office/drawing/2014/main" id="{1FE88EB3-7680-A0B3-A96C-7C893123F71F}"/>
              </a:ext>
            </a:extLst>
          </p:cNvPr>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1314263702 h 1000"/>
              <a:gd name="T6" fmla="*/ 0 w 1000"/>
              <a:gd name="T7" fmla="*/ 1314263702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 name="T18" fmla="*/ 3163 w 1000"/>
              <a:gd name="T19" fmla="*/ 3163 h 1000"/>
              <a:gd name="T20" fmla="*/ 18437 w 1000"/>
              <a:gd name="T21" fmla="*/ 18437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CC0000"/>
          </a:solidFill>
          <a:ln w="9360">
            <a:solidFill>
              <a:srgbClr val="CC0000"/>
            </a:solidFill>
            <a:round/>
            <a:headEnd/>
            <a:tailEnd/>
          </a:ln>
        </p:spPr>
        <p:txBody>
          <a:bodyPr wrap="none" anchor="ctr"/>
          <a:lstStyle/>
          <a:p>
            <a:endParaRPr lang="en-US"/>
          </a:p>
        </p:txBody>
      </p:sp>
      <p:sp>
        <p:nvSpPr>
          <p:cNvPr id="1029" name="Line 4">
            <a:extLst>
              <a:ext uri="{FF2B5EF4-FFF2-40B4-BE49-F238E27FC236}">
                <a16:creationId xmlns:a16="http://schemas.microsoft.com/office/drawing/2014/main" id="{58D0191B-D878-8911-FA83-1BF9785A0CCB}"/>
              </a:ext>
            </a:extLst>
          </p:cNvPr>
          <p:cNvSpPr>
            <a:spLocks noChangeShapeType="1"/>
          </p:cNvSpPr>
          <p:nvPr/>
        </p:nvSpPr>
        <p:spPr bwMode="auto">
          <a:xfrm>
            <a:off x="609600" y="6172200"/>
            <a:ext cx="7924800" cy="1588"/>
          </a:xfrm>
          <a:prstGeom prst="line">
            <a:avLst/>
          </a:prstGeom>
          <a:noFill/>
          <a:ln w="3240">
            <a:solidFill>
              <a:srgbClr val="CC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30" name="Text Box 5">
            <a:extLst>
              <a:ext uri="{FF2B5EF4-FFF2-40B4-BE49-F238E27FC236}">
                <a16:creationId xmlns:a16="http://schemas.microsoft.com/office/drawing/2014/main" id="{69471CD3-1471-EE8E-D13F-0AB31A3B2C01}"/>
              </a:ext>
            </a:extLst>
          </p:cNvPr>
          <p:cNvSpPr txBox="1">
            <a:spLocks noChangeArrowheads="1"/>
          </p:cNvSpPr>
          <p:nvPr/>
        </p:nvSpPr>
        <p:spPr bwMode="auto">
          <a:xfrm>
            <a:off x="609600" y="6245225"/>
            <a:ext cx="19732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
        <p:nvSpPr>
          <p:cNvPr id="1031" name="Text Box 6">
            <a:extLst>
              <a:ext uri="{FF2B5EF4-FFF2-40B4-BE49-F238E27FC236}">
                <a16:creationId xmlns:a16="http://schemas.microsoft.com/office/drawing/2014/main" id="{1BF94FFC-8AB5-3A13-A665-9E1CF847D5DE}"/>
              </a:ext>
            </a:extLst>
          </p:cNvPr>
          <p:cNvSpPr txBox="1">
            <a:spLocks noChangeArrowheads="1"/>
          </p:cNvSpPr>
          <p:nvPr/>
        </p:nvSpPr>
        <p:spPr bwMode="auto">
          <a:xfrm>
            <a:off x="3124200" y="6245225"/>
            <a:ext cx="28876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
        <p:nvSpPr>
          <p:cNvPr id="2" name="Rectangle 7">
            <a:extLst>
              <a:ext uri="{FF2B5EF4-FFF2-40B4-BE49-F238E27FC236}">
                <a16:creationId xmlns:a16="http://schemas.microsoft.com/office/drawing/2014/main" id="{D9A723AA-E0DF-7FC9-B9B0-6A55BA45F7F2}"/>
              </a:ext>
            </a:extLst>
          </p:cNvPr>
          <p:cNvSpPr>
            <a:spLocks noGrp="1" noChangeArrowheads="1"/>
          </p:cNvSpPr>
          <p:nvPr>
            <p:ph type="sldNum"/>
          </p:nvPr>
        </p:nvSpPr>
        <p:spPr bwMode="auto">
          <a:xfrm>
            <a:off x="6553200" y="6245225"/>
            <a:ext cx="1968500" cy="463550"/>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SzPct val="100000"/>
              <a:defRPr>
                <a:solidFill>
                  <a:srgbClr val="FFFFFF"/>
                </a:solidFill>
              </a:defRPr>
            </a:lvl1pPr>
          </a:lstStyle>
          <a:p>
            <a:fld id="{00E7C96D-FA43-4565-A23D-3080C0DCCC6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457200" rtl="0" eaLnBrk="0" fontAlgn="base" hangingPunct="0">
        <a:spcBef>
          <a:spcPct val="0"/>
        </a:spcBef>
        <a:spcAft>
          <a:spcPct val="0"/>
        </a:spcAft>
        <a:buClr>
          <a:srgbClr val="000000"/>
        </a:buClr>
        <a:buSzPct val="100000"/>
        <a:buFont typeface="Times New Roman" panose="02020603050405020304" pitchFamily="18" charset="0"/>
        <a:defRPr sz="3800">
          <a:solidFill>
            <a:srgbClr val="000000"/>
          </a:solidFill>
          <a:latin typeface="+mj-lt"/>
          <a:ea typeface="+mj-ea"/>
          <a:cs typeface="+mj-cs"/>
        </a:defRPr>
      </a:lvl1pPr>
      <a:lvl2pPr algn="l" defTabSz="457200" rtl="0" eaLnBrk="0" fontAlgn="base" hangingPunct="0">
        <a:spcBef>
          <a:spcPct val="0"/>
        </a:spcBef>
        <a:spcAft>
          <a:spcPct val="0"/>
        </a:spcAft>
        <a:buClr>
          <a:srgbClr val="000000"/>
        </a:buClr>
        <a:buSzPct val="100000"/>
        <a:buFont typeface="Times New Roman" panose="02020603050405020304" pitchFamily="18" charset="0"/>
        <a:defRPr sz="3800">
          <a:solidFill>
            <a:srgbClr val="000000"/>
          </a:solidFill>
          <a:latin typeface="Verdana" pitchFamily="32" charset="0"/>
          <a:ea typeface="DejaVu Sans" charset="0"/>
          <a:cs typeface="DejaVu Sans" charset="0"/>
        </a:defRPr>
      </a:lvl2pPr>
      <a:lvl3pPr algn="l" defTabSz="457200" rtl="0" eaLnBrk="0" fontAlgn="base" hangingPunct="0">
        <a:spcBef>
          <a:spcPct val="0"/>
        </a:spcBef>
        <a:spcAft>
          <a:spcPct val="0"/>
        </a:spcAft>
        <a:buClr>
          <a:srgbClr val="000000"/>
        </a:buClr>
        <a:buSzPct val="100000"/>
        <a:buFont typeface="Times New Roman" panose="02020603050405020304" pitchFamily="18" charset="0"/>
        <a:defRPr sz="3800">
          <a:solidFill>
            <a:srgbClr val="000000"/>
          </a:solidFill>
          <a:latin typeface="Verdana" pitchFamily="32" charset="0"/>
          <a:ea typeface="DejaVu Sans" charset="0"/>
          <a:cs typeface="DejaVu Sans" charset="0"/>
        </a:defRPr>
      </a:lvl3pPr>
      <a:lvl4pPr algn="l" defTabSz="457200" rtl="0" eaLnBrk="0" fontAlgn="base" hangingPunct="0">
        <a:spcBef>
          <a:spcPct val="0"/>
        </a:spcBef>
        <a:spcAft>
          <a:spcPct val="0"/>
        </a:spcAft>
        <a:buClr>
          <a:srgbClr val="000000"/>
        </a:buClr>
        <a:buSzPct val="100000"/>
        <a:buFont typeface="Times New Roman" panose="02020603050405020304" pitchFamily="18" charset="0"/>
        <a:defRPr sz="3800">
          <a:solidFill>
            <a:srgbClr val="000000"/>
          </a:solidFill>
          <a:latin typeface="Verdana" pitchFamily="32" charset="0"/>
          <a:ea typeface="DejaVu Sans" charset="0"/>
          <a:cs typeface="DejaVu Sans" charset="0"/>
        </a:defRPr>
      </a:lvl4pPr>
      <a:lvl5pPr algn="l" defTabSz="457200" rtl="0" eaLnBrk="0" fontAlgn="base" hangingPunct="0">
        <a:spcBef>
          <a:spcPct val="0"/>
        </a:spcBef>
        <a:spcAft>
          <a:spcPct val="0"/>
        </a:spcAft>
        <a:buClr>
          <a:srgbClr val="000000"/>
        </a:buClr>
        <a:buSzPct val="100000"/>
        <a:buFont typeface="Times New Roman" panose="02020603050405020304" pitchFamily="18" charset="0"/>
        <a:defRPr sz="3800">
          <a:solidFill>
            <a:srgbClr val="000000"/>
          </a:solidFill>
          <a:latin typeface="Verdana" pitchFamily="32" charset="0"/>
          <a:ea typeface="DejaVu Sans" charset="0"/>
          <a:cs typeface="DejaVu Sans" charset="0"/>
        </a:defRPr>
      </a:lvl5pPr>
      <a:lvl6pPr marL="2514600" indent="-228600" algn="l" defTabSz="457200" rtl="0" eaLnBrk="0" fontAlgn="base" hangingPunct="0">
        <a:spcBef>
          <a:spcPct val="0"/>
        </a:spcBef>
        <a:spcAft>
          <a:spcPct val="0"/>
        </a:spcAft>
        <a:buClr>
          <a:srgbClr val="000000"/>
        </a:buClr>
        <a:buSzPct val="100000"/>
        <a:buFont typeface="Times New Roman" pitchFamily="16" charset="0"/>
        <a:defRPr sz="3800">
          <a:solidFill>
            <a:srgbClr val="000000"/>
          </a:solidFill>
          <a:latin typeface="Verdana" pitchFamily="32" charset="0"/>
          <a:ea typeface="DejaVu Sans" charset="0"/>
          <a:cs typeface="DejaVu Sans" charset="0"/>
        </a:defRPr>
      </a:lvl6pPr>
      <a:lvl7pPr marL="2971800" indent="-228600" algn="l" defTabSz="457200" rtl="0" eaLnBrk="0" fontAlgn="base" hangingPunct="0">
        <a:spcBef>
          <a:spcPct val="0"/>
        </a:spcBef>
        <a:spcAft>
          <a:spcPct val="0"/>
        </a:spcAft>
        <a:buClr>
          <a:srgbClr val="000000"/>
        </a:buClr>
        <a:buSzPct val="100000"/>
        <a:buFont typeface="Times New Roman" pitchFamily="16" charset="0"/>
        <a:defRPr sz="3800">
          <a:solidFill>
            <a:srgbClr val="000000"/>
          </a:solidFill>
          <a:latin typeface="Verdana" pitchFamily="32" charset="0"/>
          <a:ea typeface="DejaVu Sans" charset="0"/>
          <a:cs typeface="DejaVu Sans" charset="0"/>
        </a:defRPr>
      </a:lvl7pPr>
      <a:lvl8pPr marL="3429000" indent="-228600" algn="l" defTabSz="457200" rtl="0" eaLnBrk="0" fontAlgn="base" hangingPunct="0">
        <a:spcBef>
          <a:spcPct val="0"/>
        </a:spcBef>
        <a:spcAft>
          <a:spcPct val="0"/>
        </a:spcAft>
        <a:buClr>
          <a:srgbClr val="000000"/>
        </a:buClr>
        <a:buSzPct val="100000"/>
        <a:buFont typeface="Times New Roman" pitchFamily="16" charset="0"/>
        <a:defRPr sz="3800">
          <a:solidFill>
            <a:srgbClr val="000000"/>
          </a:solidFill>
          <a:latin typeface="Verdana" pitchFamily="32" charset="0"/>
          <a:ea typeface="DejaVu Sans" charset="0"/>
          <a:cs typeface="DejaVu Sans" charset="0"/>
        </a:defRPr>
      </a:lvl8pPr>
      <a:lvl9pPr marL="3886200" indent="-228600" algn="l" defTabSz="457200" rtl="0" eaLnBrk="0" fontAlgn="base" hangingPunct="0">
        <a:spcBef>
          <a:spcPct val="0"/>
        </a:spcBef>
        <a:spcAft>
          <a:spcPct val="0"/>
        </a:spcAft>
        <a:buClr>
          <a:srgbClr val="000000"/>
        </a:buClr>
        <a:buSzPct val="100000"/>
        <a:buFont typeface="Times New Roman" pitchFamily="16" charset="0"/>
        <a:defRPr sz="3800">
          <a:solidFill>
            <a:srgbClr val="000000"/>
          </a:solidFill>
          <a:latin typeface="Verdana" pitchFamily="32" charset="0"/>
          <a:ea typeface="DejaVu Sans" charset="0"/>
          <a:cs typeface="DejaVu Sans" charset="0"/>
        </a:defRPr>
      </a:lvl9pPr>
    </p:titleStyle>
    <p:bodyStyle>
      <a:lvl1pPr marL="342900" indent="-342900" algn="l" defTabSz="457200" rtl="0" eaLnBrk="0" fontAlgn="base" hangingPunct="0">
        <a:spcBef>
          <a:spcPts val="750"/>
        </a:spcBef>
        <a:spcAft>
          <a:spcPct val="0"/>
        </a:spcAft>
        <a:buClr>
          <a:srgbClr val="000000"/>
        </a:buClr>
        <a:buSzPct val="100000"/>
        <a:buFont typeface="Times New Roman" panose="02020603050405020304" pitchFamily="18" charset="0"/>
        <a:buChar char="•"/>
        <a:defRPr sz="3000">
          <a:solidFill>
            <a:srgbClr val="000000"/>
          </a:solidFill>
          <a:latin typeface="+mn-lt"/>
          <a:ea typeface="+mn-ea"/>
          <a:cs typeface="+mn-cs"/>
        </a:defRPr>
      </a:lvl1pPr>
      <a:lvl2pPr marL="742950" indent="-285750" algn="l" defTabSz="457200" rtl="0" eaLnBrk="0" fontAlgn="base" hangingPunct="0">
        <a:spcBef>
          <a:spcPts val="650"/>
        </a:spcBef>
        <a:spcAft>
          <a:spcPct val="0"/>
        </a:spcAft>
        <a:buClr>
          <a:srgbClr val="000000"/>
        </a:buClr>
        <a:buSzPct val="100000"/>
        <a:buFont typeface="Times New Roman" panose="02020603050405020304" pitchFamily="18" charset="0"/>
        <a:buChar char="–"/>
        <a:defRPr sz="2600">
          <a:solidFill>
            <a:srgbClr val="000000"/>
          </a:solidFill>
          <a:latin typeface="+mn-lt"/>
          <a:ea typeface="+mn-ea"/>
          <a:cs typeface="+mn-cs"/>
        </a:defRPr>
      </a:lvl2pPr>
      <a:lvl3pPr marL="1143000" indent="-228600" algn="l" defTabSz="457200" rtl="0" eaLnBrk="0" fontAlgn="base" hangingPunct="0">
        <a:spcBef>
          <a:spcPts val="575"/>
        </a:spcBef>
        <a:spcAft>
          <a:spcPct val="0"/>
        </a:spcAft>
        <a:buClr>
          <a:srgbClr val="000000"/>
        </a:buClr>
        <a:buSzPct val="100000"/>
        <a:buFont typeface="Times New Roman" panose="02020603050405020304" pitchFamily="18" charset="0"/>
        <a:buChar char="•"/>
        <a:defRPr sz="2300">
          <a:solidFill>
            <a:srgbClr val="000000"/>
          </a:solidFill>
          <a:latin typeface="+mn-lt"/>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mn-lt"/>
          <a:ea typeface="+mn-ea"/>
          <a:cs typeface="+mn-cs"/>
        </a:defRPr>
      </a:lvl4pPr>
      <a:lvl5pPr marL="2057400" indent="-228600" algn="l" defTabSz="457200" rtl="0" eaLnBrk="0" fontAlgn="base" hangingPunct="0">
        <a:spcBef>
          <a:spcPts val="625"/>
        </a:spcBef>
        <a:spcAft>
          <a:spcPct val="0"/>
        </a:spcAft>
        <a:buClr>
          <a:srgbClr val="000000"/>
        </a:buClr>
        <a:buSzPct val="100000"/>
        <a:buFont typeface="Times New Roman" panose="02020603050405020304" pitchFamily="18" charset="0"/>
        <a:buChar char="»"/>
        <a:defRPr sz="2000">
          <a:solidFill>
            <a:srgbClr val="000000"/>
          </a:solidFill>
          <a:latin typeface="+mn-lt"/>
          <a:ea typeface="+mn-ea"/>
          <a:cs typeface="+mn-cs"/>
        </a:defRPr>
      </a:lvl5pPr>
      <a:lvl6pPr marL="2514600" indent="-228600" algn="l" defTabSz="457200" rtl="0" eaLnBrk="0" fontAlgn="base" hangingPunct="0">
        <a:spcBef>
          <a:spcPts val="625"/>
        </a:spcBef>
        <a:spcAft>
          <a:spcPct val="0"/>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57200" rtl="0" eaLnBrk="0" fontAlgn="base" hangingPunct="0">
        <a:spcBef>
          <a:spcPts val="625"/>
        </a:spcBef>
        <a:spcAft>
          <a:spcPct val="0"/>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57200" rtl="0" eaLnBrk="0" fontAlgn="base" hangingPunct="0">
        <a:spcBef>
          <a:spcPts val="625"/>
        </a:spcBef>
        <a:spcAft>
          <a:spcPct val="0"/>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57200" rtl="0" eaLnBrk="0" fontAlgn="base" hangingPunct="0">
        <a:spcBef>
          <a:spcPts val="625"/>
        </a:spcBef>
        <a:spcAft>
          <a:spcPct val="0"/>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Rectangle 1">
            <a:extLst>
              <a:ext uri="{FF2B5EF4-FFF2-40B4-BE49-F238E27FC236}">
                <a16:creationId xmlns:a16="http://schemas.microsoft.com/office/drawing/2014/main" id="{ECFB06A7-F614-1881-F651-34C81CD3CFAA}"/>
              </a:ext>
            </a:extLst>
          </p:cNvPr>
          <p:cNvSpPr>
            <a:spLocks noGrp="1" noChangeArrowheads="1"/>
          </p:cNvSpPr>
          <p:nvPr>
            <p:ph type="title"/>
          </p:nvPr>
        </p:nvSpPr>
        <p:spPr bwMode="auto">
          <a:xfrm>
            <a:off x="685800" y="990600"/>
            <a:ext cx="775970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2051" name="Text Box 2">
            <a:extLst>
              <a:ext uri="{FF2B5EF4-FFF2-40B4-BE49-F238E27FC236}">
                <a16:creationId xmlns:a16="http://schemas.microsoft.com/office/drawing/2014/main" id="{5D068756-537B-AA58-83AD-AD26FC2FCA64}"/>
              </a:ext>
            </a:extLst>
          </p:cNvPr>
          <p:cNvSpPr txBox="1">
            <a:spLocks noChangeArrowheads="1"/>
          </p:cNvSpPr>
          <p:nvPr/>
        </p:nvSpPr>
        <p:spPr bwMode="auto">
          <a:xfrm>
            <a:off x="685800" y="6248400"/>
            <a:ext cx="1897063"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
        <p:nvSpPr>
          <p:cNvPr id="2052" name="Text Box 3">
            <a:extLst>
              <a:ext uri="{FF2B5EF4-FFF2-40B4-BE49-F238E27FC236}">
                <a16:creationId xmlns:a16="http://schemas.microsoft.com/office/drawing/2014/main" id="{015F9C10-4FA4-8B6E-8793-DAA0193AED2F}"/>
              </a:ext>
            </a:extLst>
          </p:cNvPr>
          <p:cNvSpPr txBox="1">
            <a:spLocks noChangeArrowheads="1"/>
          </p:cNvSpPr>
          <p:nvPr/>
        </p:nvSpPr>
        <p:spPr bwMode="auto">
          <a:xfrm>
            <a:off x="3124200" y="6248400"/>
            <a:ext cx="2887663"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
        <p:nvSpPr>
          <p:cNvPr id="2" name="Rectangle 4">
            <a:extLst>
              <a:ext uri="{FF2B5EF4-FFF2-40B4-BE49-F238E27FC236}">
                <a16:creationId xmlns:a16="http://schemas.microsoft.com/office/drawing/2014/main" id="{86906BC0-6F69-B9FB-BA13-1C26ABD0A11B}"/>
              </a:ext>
            </a:extLst>
          </p:cNvPr>
          <p:cNvSpPr>
            <a:spLocks noGrp="1" noChangeArrowheads="1"/>
          </p:cNvSpPr>
          <p:nvPr>
            <p:ph type="sldNum"/>
          </p:nvPr>
        </p:nvSpPr>
        <p:spPr bwMode="auto">
          <a:xfrm>
            <a:off x="6553200" y="6248400"/>
            <a:ext cx="1892300" cy="444500"/>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r" eaLnBrk="1">
              <a:buSzPct val="100000"/>
              <a:defRPr sz="1200">
                <a:solidFill>
                  <a:srgbClr val="000000"/>
                </a:solidFill>
                <a:latin typeface="Verdana" panose="020B0604030504040204" pitchFamily="34" charset="0"/>
              </a:defRPr>
            </a:lvl1pPr>
          </a:lstStyle>
          <a:p>
            <a:fld id="{03D69B5C-074E-4F3F-A4BB-7CF414A09756}" type="slidenum">
              <a:rPr lang="en-US" altLang="en-US"/>
              <a:pPr/>
              <a:t>‹#›</a:t>
            </a:fld>
            <a:endParaRPr lang="en-US" altLang="en-US"/>
          </a:p>
        </p:txBody>
      </p:sp>
      <p:sp>
        <p:nvSpPr>
          <p:cNvPr id="2054" name="AutoShape 5">
            <a:extLst>
              <a:ext uri="{FF2B5EF4-FFF2-40B4-BE49-F238E27FC236}">
                <a16:creationId xmlns:a16="http://schemas.microsoft.com/office/drawing/2014/main" id="{8081F194-EDA1-B17B-E5F6-3740C8CC0E5C}"/>
              </a:ext>
            </a:extLst>
          </p:cNvPr>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1314299689 h 1000"/>
              <a:gd name="T6" fmla="*/ 0 w 1000"/>
              <a:gd name="T7" fmla="*/ 1314299689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 name="T18" fmla="*/ 3163 w 1000"/>
              <a:gd name="T19" fmla="*/ 3163 h 1000"/>
              <a:gd name="T20" fmla="*/ 18437 w 1000"/>
              <a:gd name="T21" fmla="*/ 18437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CC0000"/>
          </a:solidFill>
          <a:ln w="9360">
            <a:solidFill>
              <a:srgbClr val="CC0000"/>
            </a:solidFill>
            <a:round/>
            <a:headEnd/>
            <a:tailEnd/>
          </a:ln>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457200" rtl="0" eaLnBrk="0" fontAlgn="base" hangingPunct="0">
        <a:spcBef>
          <a:spcPct val="0"/>
        </a:spcBef>
        <a:spcAft>
          <a:spcPct val="0"/>
        </a:spcAft>
        <a:buClr>
          <a:srgbClr val="000000"/>
        </a:buClr>
        <a:buSzPct val="100000"/>
        <a:buFont typeface="Times New Roman" panose="02020603050405020304" pitchFamily="18" charset="0"/>
        <a:defRPr sz="3800">
          <a:solidFill>
            <a:srgbClr val="000000"/>
          </a:solidFill>
          <a:latin typeface="+mj-lt"/>
          <a:ea typeface="+mj-ea"/>
          <a:cs typeface="+mj-cs"/>
        </a:defRPr>
      </a:lvl1pPr>
      <a:lvl2pPr algn="l" defTabSz="457200" rtl="0" eaLnBrk="0" fontAlgn="base" hangingPunct="0">
        <a:spcBef>
          <a:spcPct val="0"/>
        </a:spcBef>
        <a:spcAft>
          <a:spcPct val="0"/>
        </a:spcAft>
        <a:buClr>
          <a:srgbClr val="000000"/>
        </a:buClr>
        <a:buSzPct val="100000"/>
        <a:buFont typeface="Times New Roman" panose="02020603050405020304" pitchFamily="18" charset="0"/>
        <a:defRPr sz="3800">
          <a:solidFill>
            <a:srgbClr val="000000"/>
          </a:solidFill>
          <a:latin typeface="Verdana" pitchFamily="32" charset="0"/>
          <a:ea typeface="DejaVu Sans" charset="0"/>
          <a:cs typeface="DejaVu Sans" charset="0"/>
        </a:defRPr>
      </a:lvl2pPr>
      <a:lvl3pPr algn="l" defTabSz="457200" rtl="0" eaLnBrk="0" fontAlgn="base" hangingPunct="0">
        <a:spcBef>
          <a:spcPct val="0"/>
        </a:spcBef>
        <a:spcAft>
          <a:spcPct val="0"/>
        </a:spcAft>
        <a:buClr>
          <a:srgbClr val="000000"/>
        </a:buClr>
        <a:buSzPct val="100000"/>
        <a:buFont typeface="Times New Roman" panose="02020603050405020304" pitchFamily="18" charset="0"/>
        <a:defRPr sz="3800">
          <a:solidFill>
            <a:srgbClr val="000000"/>
          </a:solidFill>
          <a:latin typeface="Verdana" pitchFamily="32" charset="0"/>
          <a:ea typeface="DejaVu Sans" charset="0"/>
          <a:cs typeface="DejaVu Sans" charset="0"/>
        </a:defRPr>
      </a:lvl3pPr>
      <a:lvl4pPr algn="l" defTabSz="457200" rtl="0" eaLnBrk="0" fontAlgn="base" hangingPunct="0">
        <a:spcBef>
          <a:spcPct val="0"/>
        </a:spcBef>
        <a:spcAft>
          <a:spcPct val="0"/>
        </a:spcAft>
        <a:buClr>
          <a:srgbClr val="000000"/>
        </a:buClr>
        <a:buSzPct val="100000"/>
        <a:buFont typeface="Times New Roman" panose="02020603050405020304" pitchFamily="18" charset="0"/>
        <a:defRPr sz="3800">
          <a:solidFill>
            <a:srgbClr val="000000"/>
          </a:solidFill>
          <a:latin typeface="Verdana" pitchFamily="32" charset="0"/>
          <a:ea typeface="DejaVu Sans" charset="0"/>
          <a:cs typeface="DejaVu Sans" charset="0"/>
        </a:defRPr>
      </a:lvl4pPr>
      <a:lvl5pPr algn="l" defTabSz="457200" rtl="0" eaLnBrk="0" fontAlgn="base" hangingPunct="0">
        <a:spcBef>
          <a:spcPct val="0"/>
        </a:spcBef>
        <a:spcAft>
          <a:spcPct val="0"/>
        </a:spcAft>
        <a:buClr>
          <a:srgbClr val="000000"/>
        </a:buClr>
        <a:buSzPct val="100000"/>
        <a:buFont typeface="Times New Roman" panose="02020603050405020304" pitchFamily="18" charset="0"/>
        <a:defRPr sz="3800">
          <a:solidFill>
            <a:srgbClr val="000000"/>
          </a:solidFill>
          <a:latin typeface="Verdana" pitchFamily="32" charset="0"/>
          <a:ea typeface="DejaVu Sans" charset="0"/>
          <a:cs typeface="DejaVu Sans" charset="0"/>
        </a:defRPr>
      </a:lvl5pPr>
      <a:lvl6pPr marL="2514600" indent="-228600" algn="l" defTabSz="457200" rtl="0" eaLnBrk="0" fontAlgn="base" hangingPunct="0">
        <a:spcBef>
          <a:spcPct val="0"/>
        </a:spcBef>
        <a:spcAft>
          <a:spcPct val="0"/>
        </a:spcAft>
        <a:buClr>
          <a:srgbClr val="000000"/>
        </a:buClr>
        <a:buSzPct val="100000"/>
        <a:buFont typeface="Times New Roman" pitchFamily="16" charset="0"/>
        <a:defRPr sz="3800">
          <a:solidFill>
            <a:srgbClr val="000000"/>
          </a:solidFill>
          <a:latin typeface="Verdana" pitchFamily="32" charset="0"/>
          <a:ea typeface="DejaVu Sans" charset="0"/>
          <a:cs typeface="DejaVu Sans" charset="0"/>
        </a:defRPr>
      </a:lvl6pPr>
      <a:lvl7pPr marL="2971800" indent="-228600" algn="l" defTabSz="457200" rtl="0" eaLnBrk="0" fontAlgn="base" hangingPunct="0">
        <a:spcBef>
          <a:spcPct val="0"/>
        </a:spcBef>
        <a:spcAft>
          <a:spcPct val="0"/>
        </a:spcAft>
        <a:buClr>
          <a:srgbClr val="000000"/>
        </a:buClr>
        <a:buSzPct val="100000"/>
        <a:buFont typeface="Times New Roman" pitchFamily="16" charset="0"/>
        <a:defRPr sz="3800">
          <a:solidFill>
            <a:srgbClr val="000000"/>
          </a:solidFill>
          <a:latin typeface="Verdana" pitchFamily="32" charset="0"/>
          <a:ea typeface="DejaVu Sans" charset="0"/>
          <a:cs typeface="DejaVu Sans" charset="0"/>
        </a:defRPr>
      </a:lvl7pPr>
      <a:lvl8pPr marL="3429000" indent="-228600" algn="l" defTabSz="457200" rtl="0" eaLnBrk="0" fontAlgn="base" hangingPunct="0">
        <a:spcBef>
          <a:spcPct val="0"/>
        </a:spcBef>
        <a:spcAft>
          <a:spcPct val="0"/>
        </a:spcAft>
        <a:buClr>
          <a:srgbClr val="000000"/>
        </a:buClr>
        <a:buSzPct val="100000"/>
        <a:buFont typeface="Times New Roman" pitchFamily="16" charset="0"/>
        <a:defRPr sz="3800">
          <a:solidFill>
            <a:srgbClr val="000000"/>
          </a:solidFill>
          <a:latin typeface="Verdana" pitchFamily="32" charset="0"/>
          <a:ea typeface="DejaVu Sans" charset="0"/>
          <a:cs typeface="DejaVu Sans" charset="0"/>
        </a:defRPr>
      </a:lvl8pPr>
      <a:lvl9pPr marL="3886200" indent="-228600" algn="l" defTabSz="457200" rtl="0" eaLnBrk="0" fontAlgn="base" hangingPunct="0">
        <a:spcBef>
          <a:spcPct val="0"/>
        </a:spcBef>
        <a:spcAft>
          <a:spcPct val="0"/>
        </a:spcAft>
        <a:buClr>
          <a:srgbClr val="000000"/>
        </a:buClr>
        <a:buSzPct val="100000"/>
        <a:buFont typeface="Times New Roman" pitchFamily="16" charset="0"/>
        <a:defRPr sz="3800">
          <a:solidFill>
            <a:srgbClr val="000000"/>
          </a:solidFill>
          <a:latin typeface="Verdana" pitchFamily="32" charset="0"/>
          <a:ea typeface="DejaVu Sans" charset="0"/>
          <a:cs typeface="DejaVu Sans" charset="0"/>
        </a:defRPr>
      </a:lvl9pPr>
    </p:titleStyle>
    <p:bodyStyle>
      <a:lvl1pPr marL="342900" indent="-342900" algn="l" defTabSz="457200" rtl="0" eaLnBrk="0" fontAlgn="base" hangingPunct="0">
        <a:spcBef>
          <a:spcPts val="750"/>
        </a:spcBef>
        <a:spcAft>
          <a:spcPct val="0"/>
        </a:spcAft>
        <a:buClr>
          <a:srgbClr val="000000"/>
        </a:buClr>
        <a:buSzPct val="100000"/>
        <a:buFont typeface="Times New Roman" panose="02020603050405020304" pitchFamily="18" charset="0"/>
        <a:buChar char="•"/>
        <a:defRPr sz="3000">
          <a:solidFill>
            <a:srgbClr val="000000"/>
          </a:solidFill>
          <a:latin typeface="+mn-lt"/>
          <a:ea typeface="+mn-ea"/>
          <a:cs typeface="+mn-cs"/>
        </a:defRPr>
      </a:lvl1pPr>
      <a:lvl2pPr marL="742950" indent="-285750" algn="l" defTabSz="457200" rtl="0" eaLnBrk="0" fontAlgn="base" hangingPunct="0">
        <a:spcBef>
          <a:spcPts val="650"/>
        </a:spcBef>
        <a:spcAft>
          <a:spcPct val="0"/>
        </a:spcAft>
        <a:buClr>
          <a:srgbClr val="000000"/>
        </a:buClr>
        <a:buSzPct val="100000"/>
        <a:buFont typeface="Times New Roman" panose="02020603050405020304" pitchFamily="18" charset="0"/>
        <a:buChar char="–"/>
        <a:defRPr sz="2600">
          <a:solidFill>
            <a:srgbClr val="000000"/>
          </a:solidFill>
          <a:latin typeface="+mn-lt"/>
          <a:ea typeface="+mn-ea"/>
          <a:cs typeface="+mn-cs"/>
        </a:defRPr>
      </a:lvl2pPr>
      <a:lvl3pPr marL="1143000" indent="-228600" algn="l" defTabSz="457200" rtl="0" eaLnBrk="0" fontAlgn="base" hangingPunct="0">
        <a:spcBef>
          <a:spcPts val="575"/>
        </a:spcBef>
        <a:spcAft>
          <a:spcPct val="0"/>
        </a:spcAft>
        <a:buClr>
          <a:srgbClr val="000000"/>
        </a:buClr>
        <a:buSzPct val="100000"/>
        <a:buFont typeface="Times New Roman" panose="02020603050405020304" pitchFamily="18" charset="0"/>
        <a:buChar char="•"/>
        <a:defRPr sz="2300">
          <a:solidFill>
            <a:srgbClr val="000000"/>
          </a:solidFill>
          <a:latin typeface="+mn-lt"/>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mn-lt"/>
          <a:ea typeface="+mn-ea"/>
          <a:cs typeface="+mn-cs"/>
        </a:defRPr>
      </a:lvl4pPr>
      <a:lvl5pPr marL="2057400" indent="-228600" algn="l" defTabSz="457200" rtl="0" eaLnBrk="0" fontAlgn="base" hangingPunct="0">
        <a:spcBef>
          <a:spcPts val="625"/>
        </a:spcBef>
        <a:spcAft>
          <a:spcPct val="0"/>
        </a:spcAft>
        <a:buClr>
          <a:srgbClr val="000000"/>
        </a:buClr>
        <a:buSzPct val="100000"/>
        <a:buFont typeface="Times New Roman" panose="02020603050405020304" pitchFamily="18" charset="0"/>
        <a:buChar char="»"/>
        <a:defRPr sz="2000">
          <a:solidFill>
            <a:srgbClr val="000000"/>
          </a:solidFill>
          <a:latin typeface="+mn-lt"/>
          <a:ea typeface="+mn-ea"/>
          <a:cs typeface="+mn-cs"/>
        </a:defRPr>
      </a:lvl5pPr>
      <a:lvl6pPr marL="2514600" indent="-228600" algn="l" defTabSz="457200" rtl="0" eaLnBrk="0" fontAlgn="base" hangingPunct="0">
        <a:spcBef>
          <a:spcPts val="625"/>
        </a:spcBef>
        <a:spcAft>
          <a:spcPct val="0"/>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57200" rtl="0" eaLnBrk="0" fontAlgn="base" hangingPunct="0">
        <a:spcBef>
          <a:spcPts val="625"/>
        </a:spcBef>
        <a:spcAft>
          <a:spcPct val="0"/>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57200" rtl="0" eaLnBrk="0" fontAlgn="base" hangingPunct="0">
        <a:spcBef>
          <a:spcPts val="625"/>
        </a:spcBef>
        <a:spcAft>
          <a:spcPct val="0"/>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57200" rtl="0" eaLnBrk="0" fontAlgn="base" hangingPunct="0">
        <a:spcBef>
          <a:spcPts val="625"/>
        </a:spcBef>
        <a:spcAft>
          <a:spcPct val="0"/>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3074" name="Rectangle 1">
            <a:extLst>
              <a:ext uri="{FF2B5EF4-FFF2-40B4-BE49-F238E27FC236}">
                <a16:creationId xmlns:a16="http://schemas.microsoft.com/office/drawing/2014/main" id="{D3473171-760F-55CD-A95B-D59B774CEB03}"/>
              </a:ext>
            </a:extLst>
          </p:cNvPr>
          <p:cNvSpPr>
            <a:spLocks noGrp="1" noChangeArrowheads="1"/>
          </p:cNvSpPr>
          <p:nvPr>
            <p:ph type="title"/>
          </p:nvPr>
        </p:nvSpPr>
        <p:spPr bwMode="auto">
          <a:xfrm>
            <a:off x="3298825" y="217488"/>
            <a:ext cx="5576888"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3075" name="Rectangle 2">
            <a:extLst>
              <a:ext uri="{FF2B5EF4-FFF2-40B4-BE49-F238E27FC236}">
                <a16:creationId xmlns:a16="http://schemas.microsoft.com/office/drawing/2014/main" id="{5F7EBF7E-7741-744E-53A9-2DCA28A01E87}"/>
              </a:ext>
            </a:extLst>
          </p:cNvPr>
          <p:cNvSpPr>
            <a:spLocks noGrp="1" noChangeArrowheads="1"/>
          </p:cNvSpPr>
          <p:nvPr>
            <p:ph type="body" idx="1"/>
          </p:nvPr>
        </p:nvSpPr>
        <p:spPr bwMode="auto">
          <a:xfrm>
            <a:off x="1795463" y="1604963"/>
            <a:ext cx="7046912" cy="137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28080"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3076" name="Text Box 3">
            <a:extLst>
              <a:ext uri="{FF2B5EF4-FFF2-40B4-BE49-F238E27FC236}">
                <a16:creationId xmlns:a16="http://schemas.microsoft.com/office/drawing/2014/main" id="{7FAEF7DF-2BB5-71F5-FB2E-8AAA58D406B3}"/>
              </a:ext>
            </a:extLst>
          </p:cNvPr>
          <p:cNvSpPr txBox="1">
            <a:spLocks noChangeArrowheads="1"/>
          </p:cNvSpPr>
          <p:nvPr/>
        </p:nvSpPr>
        <p:spPr bwMode="auto">
          <a:xfrm>
            <a:off x="1600200" y="5529263"/>
            <a:ext cx="212883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cs typeface="Arial Unicode MS" charset="0"/>
            </a:endParaRPr>
          </a:p>
        </p:txBody>
      </p:sp>
      <p:sp>
        <p:nvSpPr>
          <p:cNvPr id="3077" name="Text Box 4">
            <a:extLst>
              <a:ext uri="{FF2B5EF4-FFF2-40B4-BE49-F238E27FC236}">
                <a16:creationId xmlns:a16="http://schemas.microsoft.com/office/drawing/2014/main" id="{DAEC8B30-67D9-FFFA-2233-ACA762E2CD8E}"/>
              </a:ext>
            </a:extLst>
          </p:cNvPr>
          <p:cNvSpPr txBox="1">
            <a:spLocks noChangeArrowheads="1"/>
          </p:cNvSpPr>
          <p:nvPr/>
        </p:nvSpPr>
        <p:spPr bwMode="auto">
          <a:xfrm>
            <a:off x="3813175" y="6084888"/>
            <a:ext cx="28971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cs typeface="Arial Unicode MS" charset="0"/>
            </a:endParaRPr>
          </a:p>
        </p:txBody>
      </p:sp>
      <p:sp>
        <p:nvSpPr>
          <p:cNvPr id="2" name="Rectangle 5">
            <a:extLst>
              <a:ext uri="{FF2B5EF4-FFF2-40B4-BE49-F238E27FC236}">
                <a16:creationId xmlns:a16="http://schemas.microsoft.com/office/drawing/2014/main" id="{95110758-058F-245D-807F-BD34DF3CAF1A}"/>
              </a:ext>
            </a:extLst>
          </p:cNvPr>
          <p:cNvSpPr>
            <a:spLocks noGrp="1" noChangeArrowheads="1"/>
          </p:cNvSpPr>
          <p:nvPr>
            <p:ph type="sldNum"/>
          </p:nvPr>
        </p:nvSpPr>
        <p:spPr bwMode="auto">
          <a:xfrm>
            <a:off x="6816725" y="6084888"/>
            <a:ext cx="2124075" cy="46672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r" eaLnBrk="1">
              <a:lnSpc>
                <a:spcPct val="93000"/>
              </a:lnSpc>
              <a:buSzPct val="100000"/>
              <a:defRPr sz="1400">
                <a:solidFill>
                  <a:srgbClr val="000000"/>
                </a:solidFill>
                <a:latin typeface="Times New Roman" panose="02020603050405020304" pitchFamily="18" charset="0"/>
              </a:defRPr>
            </a:lvl1pPr>
          </a:lstStyle>
          <a:p>
            <a:fld id="{72081928-28B3-44CF-97FF-D5BA30702C8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b="1" i="1">
          <a:solidFill>
            <a:srgbClr val="800000"/>
          </a:solidFill>
          <a:latin typeface="+mj-lt"/>
          <a:ea typeface="+mj-ea"/>
          <a:cs typeface="+mj-cs"/>
        </a:defRPr>
      </a:lvl1pPr>
      <a:lvl2pPr algn="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b="1" i="1">
          <a:solidFill>
            <a:srgbClr val="800000"/>
          </a:solidFill>
          <a:latin typeface="Arial" charset="0"/>
          <a:cs typeface="Arial Unicode MS" charset="0"/>
        </a:defRPr>
      </a:lvl2pPr>
      <a:lvl3pPr algn="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b="1" i="1">
          <a:solidFill>
            <a:srgbClr val="800000"/>
          </a:solidFill>
          <a:latin typeface="Arial" charset="0"/>
          <a:cs typeface="Arial Unicode MS" charset="0"/>
        </a:defRPr>
      </a:lvl3pPr>
      <a:lvl4pPr algn="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b="1" i="1">
          <a:solidFill>
            <a:srgbClr val="800000"/>
          </a:solidFill>
          <a:latin typeface="Arial" charset="0"/>
          <a:cs typeface="Arial Unicode MS" charset="0"/>
        </a:defRPr>
      </a:lvl4pPr>
      <a:lvl5pPr algn="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b="1" i="1">
          <a:solidFill>
            <a:srgbClr val="800000"/>
          </a:solidFill>
          <a:latin typeface="Arial" charset="0"/>
          <a:cs typeface="Arial Unicode MS" charset="0"/>
        </a:defRPr>
      </a:lvl5pPr>
      <a:lvl6pPr marL="2514600" indent="-228600" algn="r" defTabSz="457200" rtl="0" eaLnBrk="0" fontAlgn="base" hangingPunct="0">
        <a:lnSpc>
          <a:spcPct val="93000"/>
        </a:lnSpc>
        <a:spcBef>
          <a:spcPct val="0"/>
        </a:spcBef>
        <a:spcAft>
          <a:spcPct val="0"/>
        </a:spcAft>
        <a:buClr>
          <a:srgbClr val="000000"/>
        </a:buClr>
        <a:buSzPct val="100000"/>
        <a:buFont typeface="Times New Roman" pitchFamily="16" charset="0"/>
        <a:defRPr sz="4400" b="1" i="1">
          <a:solidFill>
            <a:srgbClr val="800000"/>
          </a:solidFill>
          <a:latin typeface="Arial" charset="0"/>
          <a:cs typeface="Arial Unicode MS" charset="0"/>
        </a:defRPr>
      </a:lvl6pPr>
      <a:lvl7pPr marL="2971800" indent="-228600" algn="r" defTabSz="457200" rtl="0" eaLnBrk="0" fontAlgn="base" hangingPunct="0">
        <a:lnSpc>
          <a:spcPct val="93000"/>
        </a:lnSpc>
        <a:spcBef>
          <a:spcPct val="0"/>
        </a:spcBef>
        <a:spcAft>
          <a:spcPct val="0"/>
        </a:spcAft>
        <a:buClr>
          <a:srgbClr val="000000"/>
        </a:buClr>
        <a:buSzPct val="100000"/>
        <a:buFont typeface="Times New Roman" pitchFamily="16" charset="0"/>
        <a:defRPr sz="4400" b="1" i="1">
          <a:solidFill>
            <a:srgbClr val="800000"/>
          </a:solidFill>
          <a:latin typeface="Arial" charset="0"/>
          <a:cs typeface="Arial Unicode MS" charset="0"/>
        </a:defRPr>
      </a:lvl7pPr>
      <a:lvl8pPr marL="3429000" indent="-228600" algn="r" defTabSz="457200" rtl="0" eaLnBrk="0" fontAlgn="base" hangingPunct="0">
        <a:lnSpc>
          <a:spcPct val="93000"/>
        </a:lnSpc>
        <a:spcBef>
          <a:spcPct val="0"/>
        </a:spcBef>
        <a:spcAft>
          <a:spcPct val="0"/>
        </a:spcAft>
        <a:buClr>
          <a:srgbClr val="000000"/>
        </a:buClr>
        <a:buSzPct val="100000"/>
        <a:buFont typeface="Times New Roman" pitchFamily="16" charset="0"/>
        <a:defRPr sz="4400" b="1" i="1">
          <a:solidFill>
            <a:srgbClr val="800000"/>
          </a:solidFill>
          <a:latin typeface="Arial" charset="0"/>
          <a:cs typeface="Arial Unicode MS" charset="0"/>
        </a:defRPr>
      </a:lvl8pPr>
      <a:lvl9pPr marL="3886200" indent="-228600" algn="r" defTabSz="457200" rtl="0" eaLnBrk="0" fontAlgn="base" hangingPunct="0">
        <a:lnSpc>
          <a:spcPct val="93000"/>
        </a:lnSpc>
        <a:spcBef>
          <a:spcPct val="0"/>
        </a:spcBef>
        <a:spcAft>
          <a:spcPct val="0"/>
        </a:spcAft>
        <a:buClr>
          <a:srgbClr val="000000"/>
        </a:buClr>
        <a:buSzPct val="100000"/>
        <a:buFont typeface="Times New Roman" pitchFamily="16" charset="0"/>
        <a:defRPr sz="4400" b="1" i="1">
          <a:solidFill>
            <a:srgbClr val="800000"/>
          </a:solidFill>
          <a:latin typeface="Arial" charset="0"/>
          <a:cs typeface="Arial Unicode MS" charset="0"/>
        </a:defRPr>
      </a:lvl9pPr>
    </p:titleStyle>
    <p:bodyStyle>
      <a:lvl1pPr marL="342900" indent="-342900" algn="l" defTabSz="457200" rtl="0" eaLnBrk="0" fontAlgn="base" hangingPunct="0">
        <a:lnSpc>
          <a:spcPct val="93000"/>
        </a:lnSpc>
        <a:spcBef>
          <a:spcPct val="0"/>
        </a:spcBef>
        <a:spcAft>
          <a:spcPts val="1425"/>
        </a:spcAft>
        <a:buClr>
          <a:srgbClr val="000000"/>
        </a:buClr>
        <a:buSzPct val="100000"/>
        <a:buFont typeface="Times New Roman" panose="02020603050405020304" pitchFamily="18" charset="0"/>
        <a:buChar char="•"/>
        <a:defRPr sz="3200">
          <a:solidFill>
            <a:srgbClr val="000000"/>
          </a:solidFill>
          <a:latin typeface="+mn-lt"/>
          <a:ea typeface="+mn-ea"/>
          <a:cs typeface="+mn-cs"/>
        </a:defRPr>
      </a:lvl1pPr>
      <a:lvl2pPr marL="742950" indent="-285750" algn="l" defTabSz="457200" rtl="0" eaLnBrk="0" fontAlgn="base" hangingPunct="0">
        <a:lnSpc>
          <a:spcPct val="93000"/>
        </a:lnSpc>
        <a:spcBef>
          <a:spcPct val="0"/>
        </a:spcBef>
        <a:spcAft>
          <a:spcPts val="1138"/>
        </a:spcAft>
        <a:buClr>
          <a:srgbClr val="000000"/>
        </a:buClr>
        <a:buSzPct val="100000"/>
        <a:buFont typeface="Times New Roman" panose="02020603050405020304" pitchFamily="18" charset="0"/>
        <a:buChar char="–"/>
        <a:defRPr sz="2800">
          <a:solidFill>
            <a:srgbClr val="000000"/>
          </a:solidFill>
          <a:latin typeface="+mn-lt"/>
          <a:cs typeface="+mn-cs"/>
        </a:defRPr>
      </a:lvl2pPr>
      <a:lvl3pPr marL="1143000" indent="-228600" algn="l" defTabSz="457200" rtl="0" eaLnBrk="0" fontAlgn="base" hangingPunct="0">
        <a:lnSpc>
          <a:spcPct val="93000"/>
        </a:lnSpc>
        <a:spcBef>
          <a:spcPct val="0"/>
        </a:spcBef>
        <a:spcAft>
          <a:spcPts val="850"/>
        </a:spcAft>
        <a:buClr>
          <a:srgbClr val="000000"/>
        </a:buClr>
        <a:buSzPct val="100000"/>
        <a:buFont typeface="Times New Roman" panose="02020603050405020304" pitchFamily="18" charset="0"/>
        <a:buChar char="•"/>
        <a:defRPr sz="2400">
          <a:solidFill>
            <a:srgbClr val="000000"/>
          </a:solidFill>
          <a:latin typeface="+mn-lt"/>
          <a:cs typeface="+mn-cs"/>
        </a:defRPr>
      </a:lvl3pPr>
      <a:lvl4pPr marL="1600200" indent="-228600" algn="l" defTabSz="457200" rtl="0" eaLnBrk="0" fontAlgn="base" hangingPunct="0">
        <a:lnSpc>
          <a:spcPct val="93000"/>
        </a:lnSpc>
        <a:spcBef>
          <a:spcPct val="0"/>
        </a:spcBef>
        <a:spcAft>
          <a:spcPts val="575"/>
        </a:spcAft>
        <a:buClr>
          <a:srgbClr val="000000"/>
        </a:buClr>
        <a:buSzPct val="100000"/>
        <a:buFont typeface="Times New Roman" panose="02020603050405020304" pitchFamily="18" charset="0"/>
        <a:buChar char="–"/>
        <a:defRPr sz="2000">
          <a:solidFill>
            <a:srgbClr val="000000"/>
          </a:solidFill>
          <a:latin typeface="+mn-lt"/>
          <a:cs typeface="+mn-cs"/>
        </a:defRPr>
      </a:lvl4pPr>
      <a:lvl5pPr marL="2057400" indent="-228600" algn="l" defTabSz="457200" rtl="0" eaLnBrk="0" fontAlgn="base" hangingPunct="0">
        <a:lnSpc>
          <a:spcPct val="93000"/>
        </a:lnSpc>
        <a:spcBef>
          <a:spcPct val="0"/>
        </a:spcBef>
        <a:spcAft>
          <a:spcPts val="288"/>
        </a:spcAft>
        <a:buClr>
          <a:srgbClr val="000000"/>
        </a:buClr>
        <a:buSzPct val="100000"/>
        <a:buFont typeface="Times New Roman" panose="02020603050405020304" pitchFamily="18" charset="0"/>
        <a:buChar char="»"/>
        <a:defRPr sz="2000">
          <a:solidFill>
            <a:srgbClr val="000000"/>
          </a:solidFill>
          <a:latin typeface="+mn-lt"/>
          <a:cs typeface="+mn-cs"/>
        </a:defRPr>
      </a:lvl5pPr>
      <a:lvl6pPr marL="2514600" indent="-228600" algn="l" defTabSz="457200" rtl="0" eaLnBrk="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cs typeface="+mn-cs"/>
        </a:defRPr>
      </a:lvl6pPr>
      <a:lvl7pPr marL="2971800" indent="-228600" algn="l" defTabSz="457200" rtl="0" eaLnBrk="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cs typeface="+mn-cs"/>
        </a:defRPr>
      </a:lvl7pPr>
      <a:lvl8pPr marL="3429000" indent="-228600" algn="l" defTabSz="457200" rtl="0" eaLnBrk="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cs typeface="+mn-cs"/>
        </a:defRPr>
      </a:lvl8pPr>
      <a:lvl9pPr marL="3886200" indent="-228600" algn="l" defTabSz="457200" rtl="0" eaLnBrk="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9.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2">
            <a:extLst>
              <a:ext uri="{FF2B5EF4-FFF2-40B4-BE49-F238E27FC236}">
                <a16:creationId xmlns:a16="http://schemas.microsoft.com/office/drawing/2014/main" id="{DA97792E-A1CA-C80E-61A6-0B31CF1C551A}"/>
              </a:ext>
            </a:extLst>
          </p:cNvPr>
          <p:cNvSpPr txBox="1">
            <a:spLocks noChangeArrowheads="1"/>
          </p:cNvSpPr>
          <p:nvPr/>
        </p:nvSpPr>
        <p:spPr bwMode="auto">
          <a:xfrm>
            <a:off x="2293938" y="1752600"/>
            <a:ext cx="45561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sz="4800">
                <a:solidFill>
                  <a:srgbClr val="7030A0"/>
                </a:solidFill>
                <a:latin typeface="Algerian" panose="04020705040A02060702" pitchFamily="82" charset="0"/>
              </a:rPr>
              <a:t>Smart Sensor</a:t>
            </a:r>
          </a:p>
        </p:txBody>
      </p:sp>
      <p:sp>
        <p:nvSpPr>
          <p:cNvPr id="5123" name="TextBox 3">
            <a:extLst>
              <a:ext uri="{FF2B5EF4-FFF2-40B4-BE49-F238E27FC236}">
                <a16:creationId xmlns:a16="http://schemas.microsoft.com/office/drawing/2014/main" id="{2B60D6C2-30D4-A1A8-F8E7-A29483100551}"/>
              </a:ext>
            </a:extLst>
          </p:cNvPr>
          <p:cNvSpPr txBox="1">
            <a:spLocks noChangeArrowheads="1"/>
          </p:cNvSpPr>
          <p:nvPr/>
        </p:nvSpPr>
        <p:spPr bwMode="auto">
          <a:xfrm>
            <a:off x="3505200" y="3810000"/>
            <a:ext cx="545465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en-US" sz="3600">
                <a:solidFill>
                  <a:srgbClr val="0070C0"/>
                </a:solidFill>
                <a:latin typeface="Algerian" panose="04020705040A02060702" pitchFamily="82" charset="0"/>
              </a:rPr>
              <a:t>Md. Sazzadur Rahman</a:t>
            </a:r>
          </a:p>
          <a:p>
            <a:pPr algn="ctr"/>
            <a:r>
              <a:rPr lang="en-US" altLang="en-US" sz="2400">
                <a:solidFill>
                  <a:srgbClr val="0070C0"/>
                </a:solidFill>
                <a:latin typeface="Algerian" panose="04020705040A02060702" pitchFamily="82" charset="0"/>
              </a:rPr>
              <a:t>Assistant Professor</a:t>
            </a:r>
          </a:p>
          <a:p>
            <a:pPr algn="ctr"/>
            <a:r>
              <a:rPr lang="en-US" altLang="en-US" sz="2400">
                <a:solidFill>
                  <a:srgbClr val="0070C0"/>
                </a:solidFill>
                <a:latin typeface="Algerian" panose="04020705040A02060702" pitchFamily="82" charset="0"/>
              </a:rPr>
              <a:t>Jahangirnagar University,</a:t>
            </a:r>
          </a:p>
          <a:p>
            <a:pPr algn="ctr"/>
            <a:r>
              <a:rPr lang="en-US" altLang="en-US" sz="2400">
                <a:solidFill>
                  <a:srgbClr val="0070C0"/>
                </a:solidFill>
                <a:latin typeface="Algerian" panose="04020705040A02060702" pitchFamily="82" charset="0"/>
              </a:rPr>
              <a:t>Savar, Dhaka-1342.</a:t>
            </a:r>
          </a:p>
        </p:txBody>
      </p:sp>
      <p:pic>
        <p:nvPicPr>
          <p:cNvPr id="5124" name="Picture 2" descr="Image result for logo jahangirnagar university&quot;">
            <a:extLst>
              <a:ext uri="{FF2B5EF4-FFF2-40B4-BE49-F238E27FC236}">
                <a16:creationId xmlns:a16="http://schemas.microsoft.com/office/drawing/2014/main" id="{6F41CD8D-4246-7CB5-FDC9-CBB8E7423D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143" r="24573"/>
          <a:stretch>
            <a:fillRect/>
          </a:stretch>
        </p:blipFill>
        <p:spPr bwMode="auto">
          <a:xfrm>
            <a:off x="1676400" y="3810000"/>
            <a:ext cx="16764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1">
            <a:extLst>
              <a:ext uri="{FF2B5EF4-FFF2-40B4-BE49-F238E27FC236}">
                <a16:creationId xmlns:a16="http://schemas.microsoft.com/office/drawing/2014/main" id="{D7945495-62FD-291E-3A69-38770D532375}"/>
              </a:ext>
            </a:extLst>
          </p:cNvPr>
          <p:cNvSpPr txBox="1">
            <a:spLocks noChangeArrowheads="1"/>
          </p:cNvSpPr>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sz="4200" b="1">
                <a:solidFill>
                  <a:srgbClr val="800000"/>
                </a:solidFill>
                <a:cs typeface="DejaVu Sans" charset="0"/>
              </a:rPr>
              <a:t>CONTENTS</a:t>
            </a:r>
          </a:p>
        </p:txBody>
      </p:sp>
      <p:sp>
        <p:nvSpPr>
          <p:cNvPr id="6147" name="Text Box 2">
            <a:extLst>
              <a:ext uri="{FF2B5EF4-FFF2-40B4-BE49-F238E27FC236}">
                <a16:creationId xmlns:a16="http://schemas.microsoft.com/office/drawing/2014/main" id="{19968B11-5AB4-3786-0C34-F479FB1C22A5}"/>
              </a:ext>
            </a:extLst>
          </p:cNvPr>
          <p:cNvSpPr txBox="1">
            <a:spLocks noChangeArrowheads="1"/>
          </p:cNvSpPr>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457200" indent="-457200">
              <a:lnSpc>
                <a:spcPct val="93000"/>
              </a:lnSpc>
              <a:spcAft>
                <a:spcPts val="142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9pPr>
          </a:lstStyle>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000">
                <a:cs typeface="DejaVu Sans" charset="0"/>
              </a:rPr>
              <a:t>Introduction </a:t>
            </a:r>
          </a:p>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000">
                <a:cs typeface="DejaVu Sans" charset="0"/>
              </a:rPr>
              <a:t>Definition</a:t>
            </a:r>
          </a:p>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000">
                <a:cs typeface="DejaVu Sans" charset="0"/>
              </a:rPr>
              <a:t>Usefulness of silicon technology in Smart Sensor </a:t>
            </a:r>
          </a:p>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000">
                <a:cs typeface="DejaVu Sans" charset="0"/>
              </a:rPr>
              <a:t>General Architecture of Smart Sensor </a:t>
            </a:r>
          </a:p>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000">
                <a:cs typeface="DejaVu Sans" charset="0"/>
              </a:rPr>
              <a:t>Block diagram of Smart Sensor</a:t>
            </a:r>
          </a:p>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000">
                <a:cs typeface="DejaVu Sans" charset="0"/>
              </a:rPr>
              <a:t>Importance and Adoption of Smart Sensor</a:t>
            </a:r>
          </a:p>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000">
                <a:cs typeface="DejaVu Sans" charset="0"/>
              </a:rPr>
              <a:t>Consideration for Smart Sensor</a:t>
            </a:r>
          </a:p>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000">
                <a:cs typeface="DejaVu Sans" charset="0"/>
              </a:rPr>
              <a:t>Summary of Different Smart Sensor</a:t>
            </a:r>
          </a:p>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000">
                <a:cs typeface="DejaVu Sans" charset="0"/>
              </a:rPr>
              <a:t>Conclusions</a:t>
            </a:r>
          </a:p>
          <a:p>
            <a:pPr eaLnBrk="1" hangingPunct="1">
              <a:lnSpc>
                <a:spcPct val="100000"/>
              </a:lnSpc>
              <a:spcBef>
                <a:spcPts val="500"/>
              </a:spcBef>
              <a:spcAft>
                <a:spcPct val="0"/>
              </a:spcAft>
              <a:buClrTx/>
              <a:buFontTx/>
              <a:buNone/>
            </a:pPr>
            <a:endParaRPr lang="en-US" altLang="en-US" sz="2000">
              <a:cs typeface="DejaVu Sans" charset="0"/>
            </a:endParaRPr>
          </a:p>
          <a:p>
            <a:pPr eaLnBrk="1" hangingPunct="1">
              <a:lnSpc>
                <a:spcPct val="100000"/>
              </a:lnSpc>
              <a:spcBef>
                <a:spcPts val="500"/>
              </a:spcBef>
              <a:spcAft>
                <a:spcPct val="0"/>
              </a:spcAft>
              <a:buClrTx/>
              <a:buFontTx/>
              <a:buNone/>
            </a:pPr>
            <a:endParaRPr lang="en-US" altLang="en-US" sz="2000">
              <a:cs typeface="DejaVu Sans" charset="0"/>
            </a:endParaRPr>
          </a:p>
        </p:txBody>
      </p:sp>
    </p:spTree>
  </p:cSld>
  <p:clrMapOvr>
    <a:masterClrMapping/>
  </p:clrMapOvr>
  <p:transition spd="med">
    <p:split/>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a:extLst>
              <a:ext uri="{FF2B5EF4-FFF2-40B4-BE49-F238E27FC236}">
                <a16:creationId xmlns:a16="http://schemas.microsoft.com/office/drawing/2014/main" id="{AF9F03EA-CA1A-89A9-5ACC-25534168759F}"/>
              </a:ext>
            </a:extLst>
          </p:cNvPr>
          <p:cNvSpPr txBox="1">
            <a:spLocks noChangeArrowheads="1"/>
          </p:cNvSpPr>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sz="4200" b="1">
                <a:solidFill>
                  <a:srgbClr val="800000"/>
                </a:solidFill>
                <a:cs typeface="DejaVu Sans" charset="0"/>
              </a:rPr>
              <a:t>INTRODUCTION</a:t>
            </a:r>
            <a:r>
              <a:rPr lang="en-US" altLang="en-US" sz="4400" b="1" i="1">
                <a:solidFill>
                  <a:srgbClr val="800000"/>
                </a:solidFill>
                <a:cs typeface="DejaVu Sans" charset="0"/>
              </a:rPr>
              <a:t> </a:t>
            </a:r>
          </a:p>
        </p:txBody>
      </p:sp>
      <p:sp>
        <p:nvSpPr>
          <p:cNvPr id="8195" name="Text Box 2">
            <a:extLst>
              <a:ext uri="{FF2B5EF4-FFF2-40B4-BE49-F238E27FC236}">
                <a16:creationId xmlns:a16="http://schemas.microsoft.com/office/drawing/2014/main" id="{78A76491-208C-A68F-73F9-0A01971D6CCC}"/>
              </a:ext>
            </a:extLst>
          </p:cNvPr>
          <p:cNvSpPr txBox="1">
            <a:spLocks noChangeArrowheads="1"/>
          </p:cNvSpPr>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468313" indent="-457200">
              <a:lnSpc>
                <a:spcPct val="93000"/>
              </a:lnSpc>
              <a:spcAft>
                <a:spcPts val="1425"/>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9pPr>
          </a:lstStyle>
          <a:p>
            <a:pPr eaLnBrk="1" hangingPunct="1">
              <a:lnSpc>
                <a:spcPct val="100000"/>
              </a:lnSpc>
              <a:spcBef>
                <a:spcPts val="450"/>
              </a:spcBef>
              <a:spcAft>
                <a:spcPct val="0"/>
              </a:spcAft>
              <a:buClrTx/>
              <a:buFontTx/>
              <a:buNone/>
            </a:pPr>
            <a:endParaRPr lang="en-US" altLang="en-US" sz="1800">
              <a:cs typeface="DejaVu Sans" charset="0"/>
            </a:endParaRPr>
          </a:p>
          <a:p>
            <a:pPr eaLnBrk="1" hangingPunct="1">
              <a:lnSpc>
                <a:spcPct val="100000"/>
              </a:lnSpc>
              <a:spcBef>
                <a:spcPts val="450"/>
              </a:spcBef>
              <a:spcAft>
                <a:spcPct val="0"/>
              </a:spcAft>
              <a:buClr>
                <a:srgbClr val="CC0000"/>
              </a:buClr>
              <a:buFont typeface="Wingdings" panose="05000000000000000000" pitchFamily="2" charset="2"/>
              <a:buChar char=""/>
            </a:pPr>
            <a:r>
              <a:rPr lang="en-US" altLang="en-US" sz="2000">
                <a:cs typeface="DejaVu Sans" charset="0"/>
              </a:rPr>
              <a:t>Main aim of Integrating the electronics and the Sensor  is to make an intelligent sensor. </a:t>
            </a:r>
          </a:p>
          <a:p>
            <a:pPr eaLnBrk="1" hangingPunct="1">
              <a:lnSpc>
                <a:spcPct val="100000"/>
              </a:lnSpc>
              <a:spcBef>
                <a:spcPts val="450"/>
              </a:spcBef>
              <a:spcAft>
                <a:spcPct val="0"/>
              </a:spcAft>
              <a:buClrTx/>
              <a:buFontTx/>
              <a:buNone/>
            </a:pPr>
            <a:endParaRPr lang="en-US" altLang="en-US" sz="2000">
              <a:cs typeface="DejaVu Sans" charset="0"/>
            </a:endParaRPr>
          </a:p>
          <a:p>
            <a:pPr eaLnBrk="1" hangingPunct="1">
              <a:lnSpc>
                <a:spcPct val="100000"/>
              </a:lnSpc>
              <a:spcBef>
                <a:spcPts val="400"/>
              </a:spcBef>
              <a:spcAft>
                <a:spcPct val="0"/>
              </a:spcAft>
              <a:buClr>
                <a:srgbClr val="CC0000"/>
              </a:buClr>
              <a:buFont typeface="Wingdings" panose="05000000000000000000" pitchFamily="2" charset="2"/>
              <a:buChar char=""/>
            </a:pPr>
            <a:r>
              <a:rPr lang="en-US" altLang="en-US" sz="2000">
                <a:cs typeface="DejaVu Sans" charset="0"/>
              </a:rPr>
              <a:t>Smart Sensor have the ability to take decision.</a:t>
            </a:r>
          </a:p>
          <a:p>
            <a:pPr eaLnBrk="1" hangingPunct="1">
              <a:lnSpc>
                <a:spcPct val="100000"/>
              </a:lnSpc>
              <a:spcBef>
                <a:spcPts val="400"/>
              </a:spcBef>
              <a:spcAft>
                <a:spcPct val="0"/>
              </a:spcAft>
              <a:buClrTx/>
              <a:buFontTx/>
              <a:buNone/>
            </a:pPr>
            <a:endParaRPr lang="en-US" altLang="en-US" sz="2000">
              <a:cs typeface="DejaVu Sans" charset="0"/>
            </a:endParaRPr>
          </a:p>
          <a:p>
            <a:pPr eaLnBrk="1" hangingPunct="1">
              <a:lnSpc>
                <a:spcPct val="100000"/>
              </a:lnSpc>
              <a:spcBef>
                <a:spcPts val="400"/>
              </a:spcBef>
              <a:spcAft>
                <a:spcPct val="0"/>
              </a:spcAft>
              <a:buClr>
                <a:srgbClr val="CC0000"/>
              </a:buClr>
              <a:buFont typeface="Wingdings" panose="05000000000000000000" pitchFamily="2" charset="2"/>
              <a:buChar char=""/>
            </a:pPr>
            <a:r>
              <a:rPr lang="en-US" altLang="en-US" sz="2000">
                <a:cs typeface="DejaVu Sans" charset="0"/>
              </a:rPr>
              <a:t>Complete system is called a system on Chip. </a:t>
            </a:r>
          </a:p>
          <a:p>
            <a:pPr eaLnBrk="1" hangingPunct="1">
              <a:lnSpc>
                <a:spcPct val="100000"/>
              </a:lnSpc>
              <a:spcBef>
                <a:spcPts val="400"/>
              </a:spcBef>
              <a:spcAft>
                <a:spcPct val="0"/>
              </a:spcAft>
              <a:buClrTx/>
              <a:buFontTx/>
              <a:buNone/>
            </a:pPr>
            <a:endParaRPr lang="en-US" altLang="en-US" sz="2000">
              <a:cs typeface="DejaVu Sans" charset="0"/>
            </a:endParaRPr>
          </a:p>
          <a:p>
            <a:pPr eaLnBrk="1" hangingPunct="1">
              <a:lnSpc>
                <a:spcPct val="100000"/>
              </a:lnSpc>
              <a:spcBef>
                <a:spcPts val="400"/>
              </a:spcBef>
              <a:spcAft>
                <a:spcPct val="0"/>
              </a:spcAft>
              <a:buClr>
                <a:srgbClr val="CC0000"/>
              </a:buClr>
              <a:buFont typeface="Wingdings" panose="05000000000000000000" pitchFamily="2" charset="2"/>
              <a:buChar char=""/>
            </a:pPr>
            <a:r>
              <a:rPr lang="en-US" altLang="en-US" sz="2000">
                <a:cs typeface="DejaVu Sans" charset="0"/>
              </a:rPr>
              <a:t>Smart Sensor consist of  Transduction Element, Signal Conditioning Electronic and controller/processor</a:t>
            </a:r>
            <a:r>
              <a:rPr lang="en-US" altLang="en-US" sz="1600">
                <a:cs typeface="DejaVu Sans" charset="0"/>
              </a:rPr>
              <a:t>.</a:t>
            </a:r>
          </a:p>
        </p:txBody>
      </p:sp>
    </p:spTree>
  </p:cSld>
  <p:clrMapOvr>
    <a:masterClrMapping/>
  </p:clrMapOvr>
  <p:transition spd="med">
    <p:wipe dir="d"/>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1">
            <a:extLst>
              <a:ext uri="{FF2B5EF4-FFF2-40B4-BE49-F238E27FC236}">
                <a16:creationId xmlns:a16="http://schemas.microsoft.com/office/drawing/2014/main" id="{9FA0D33F-09E0-29C9-10DB-48161211007F}"/>
              </a:ext>
            </a:extLst>
          </p:cNvPr>
          <p:cNvSpPr txBox="1">
            <a:spLocks noChangeArrowheads="1"/>
          </p:cNvSpPr>
          <p:nvPr/>
        </p:nvSpPr>
        <p:spPr bwMode="auto">
          <a:xfrm>
            <a:off x="685800" y="681038"/>
            <a:ext cx="8001000" cy="125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sz="4200" b="1">
                <a:solidFill>
                  <a:srgbClr val="800000"/>
                </a:solidFill>
                <a:cs typeface="DejaVu Sans" charset="0"/>
              </a:rPr>
              <a:t>DEFINITION</a:t>
            </a:r>
            <a:r>
              <a:rPr lang="en-US" altLang="en-US" sz="4200" b="1" i="1">
                <a:solidFill>
                  <a:srgbClr val="800000"/>
                </a:solidFill>
                <a:cs typeface="DejaVu Sans" charset="0"/>
              </a:rPr>
              <a:t> </a:t>
            </a:r>
            <a:br>
              <a:rPr lang="en-US" altLang="en-US" sz="3400" b="1" i="1">
                <a:solidFill>
                  <a:srgbClr val="800000"/>
                </a:solidFill>
                <a:cs typeface="DejaVu Sans" charset="0"/>
              </a:rPr>
            </a:br>
            <a:endParaRPr lang="en-US" altLang="en-US" sz="3400" b="1" i="1">
              <a:solidFill>
                <a:srgbClr val="800000"/>
              </a:solidFill>
              <a:cs typeface="DejaVu Sans" charset="0"/>
            </a:endParaRPr>
          </a:p>
        </p:txBody>
      </p:sp>
      <p:sp>
        <p:nvSpPr>
          <p:cNvPr id="10243" name="Text Box 2">
            <a:extLst>
              <a:ext uri="{FF2B5EF4-FFF2-40B4-BE49-F238E27FC236}">
                <a16:creationId xmlns:a16="http://schemas.microsoft.com/office/drawing/2014/main" id="{BD5374C9-6C86-AA40-5B40-4F31BAE339DA}"/>
              </a:ext>
            </a:extLst>
          </p:cNvPr>
          <p:cNvSpPr txBox="1">
            <a:spLocks noChangeArrowheads="1"/>
          </p:cNvSpPr>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457200" indent="-457200">
              <a:lnSpc>
                <a:spcPct val="93000"/>
              </a:lnSpc>
              <a:spcAft>
                <a:spcPts val="142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9pPr>
          </a:lstStyle>
          <a:p>
            <a:pPr eaLnBrk="1" hangingPunct="1">
              <a:lnSpc>
                <a:spcPct val="100000"/>
              </a:lnSpc>
              <a:spcBef>
                <a:spcPts val="600"/>
              </a:spcBef>
              <a:spcAft>
                <a:spcPct val="0"/>
              </a:spcAft>
              <a:buClr>
                <a:srgbClr val="CC0000"/>
              </a:buClr>
              <a:buFont typeface="Wingdings" panose="05000000000000000000" pitchFamily="2" charset="2"/>
              <a:buChar char=""/>
            </a:pPr>
            <a:r>
              <a:rPr lang="en-US" altLang="en-US" sz="2000">
                <a:cs typeface="DejaVu Sans" charset="0"/>
              </a:rPr>
              <a:t>Smart Sensors are sensors with Integrated Electronics that can perform the following functions : </a:t>
            </a:r>
          </a:p>
          <a:p>
            <a:pPr eaLnBrk="1" hangingPunct="1">
              <a:lnSpc>
                <a:spcPct val="100000"/>
              </a:lnSpc>
              <a:spcBef>
                <a:spcPts val="600"/>
              </a:spcBef>
              <a:spcAft>
                <a:spcPct val="0"/>
              </a:spcAft>
              <a:buClrTx/>
              <a:buFontTx/>
              <a:buNone/>
            </a:pPr>
            <a:endParaRPr lang="en-US" altLang="en-US" sz="2000">
              <a:cs typeface="DejaVu Sans" charset="0"/>
            </a:endParaRPr>
          </a:p>
          <a:p>
            <a:pPr eaLnBrk="1" hangingPunct="1">
              <a:lnSpc>
                <a:spcPct val="100000"/>
              </a:lnSpc>
              <a:spcBef>
                <a:spcPts val="500"/>
              </a:spcBef>
              <a:spcAft>
                <a:spcPct val="0"/>
              </a:spcAft>
              <a:buClrTx/>
              <a:buFontTx/>
              <a:buNone/>
            </a:pPr>
            <a:r>
              <a:rPr lang="en-US" altLang="en-US" sz="2000">
                <a:cs typeface="DejaVu Sans" charset="0"/>
              </a:rPr>
              <a:t>	a) Logic Function  </a:t>
            </a:r>
          </a:p>
          <a:p>
            <a:pPr eaLnBrk="1" hangingPunct="1">
              <a:lnSpc>
                <a:spcPct val="100000"/>
              </a:lnSpc>
              <a:spcBef>
                <a:spcPts val="500"/>
              </a:spcBef>
              <a:spcAft>
                <a:spcPct val="0"/>
              </a:spcAft>
              <a:buClrTx/>
              <a:buFontTx/>
              <a:buNone/>
            </a:pPr>
            <a:endParaRPr lang="en-US" altLang="en-US" sz="2000">
              <a:cs typeface="DejaVu Sans" charset="0"/>
            </a:endParaRPr>
          </a:p>
          <a:p>
            <a:pPr eaLnBrk="1" hangingPunct="1">
              <a:lnSpc>
                <a:spcPct val="100000"/>
              </a:lnSpc>
              <a:spcBef>
                <a:spcPts val="500"/>
              </a:spcBef>
              <a:spcAft>
                <a:spcPct val="0"/>
              </a:spcAft>
              <a:buClrTx/>
              <a:buFontTx/>
              <a:buNone/>
            </a:pPr>
            <a:r>
              <a:rPr lang="en-US" altLang="en-US" sz="2000">
                <a:cs typeface="DejaVu Sans" charset="0"/>
              </a:rPr>
              <a:t>	b) Two  way communication </a:t>
            </a:r>
          </a:p>
          <a:p>
            <a:pPr eaLnBrk="1" hangingPunct="1">
              <a:lnSpc>
                <a:spcPct val="100000"/>
              </a:lnSpc>
              <a:spcBef>
                <a:spcPts val="500"/>
              </a:spcBef>
              <a:spcAft>
                <a:spcPct val="0"/>
              </a:spcAft>
              <a:buClrTx/>
              <a:buFontTx/>
              <a:buNone/>
            </a:pPr>
            <a:endParaRPr lang="en-US" altLang="en-US" sz="2000">
              <a:cs typeface="DejaVu Sans" charset="0"/>
            </a:endParaRPr>
          </a:p>
          <a:p>
            <a:pPr eaLnBrk="1" hangingPunct="1">
              <a:lnSpc>
                <a:spcPct val="100000"/>
              </a:lnSpc>
              <a:spcBef>
                <a:spcPts val="500"/>
              </a:spcBef>
              <a:spcAft>
                <a:spcPct val="0"/>
              </a:spcAft>
              <a:buClrTx/>
              <a:buFontTx/>
              <a:buNone/>
            </a:pPr>
            <a:r>
              <a:rPr lang="en-US" altLang="en-US" sz="2000">
                <a:cs typeface="DejaVu Sans" charset="0"/>
              </a:rPr>
              <a:t>	c) Make Decisions</a:t>
            </a:r>
          </a:p>
          <a:p>
            <a:pPr eaLnBrk="1" hangingPunct="1">
              <a:lnSpc>
                <a:spcPct val="100000"/>
              </a:lnSpc>
              <a:spcBef>
                <a:spcPts val="500"/>
              </a:spcBef>
              <a:spcAft>
                <a:spcPct val="0"/>
              </a:spcAft>
              <a:buClrTx/>
              <a:buFontTx/>
              <a:buNone/>
            </a:pPr>
            <a:r>
              <a:rPr lang="en-US" altLang="en-US" sz="2000">
                <a:latin typeface="Times New Roman" panose="02020603050405020304" pitchFamily="18" charset="0"/>
                <a:cs typeface="DejaVu Sans" charset="0"/>
              </a:rPr>
              <a:t>	</a:t>
            </a:r>
          </a:p>
          <a:p>
            <a:pPr eaLnBrk="1" hangingPunct="1">
              <a:lnSpc>
                <a:spcPct val="100000"/>
              </a:lnSpc>
              <a:spcBef>
                <a:spcPts val="500"/>
              </a:spcBef>
              <a:spcAft>
                <a:spcPct val="0"/>
              </a:spcAft>
              <a:buClrTx/>
              <a:buFontTx/>
              <a:buNone/>
            </a:pPr>
            <a:endParaRPr lang="en-US" altLang="en-US" sz="2000">
              <a:latin typeface="Times New Roman" panose="02020603050405020304" pitchFamily="18" charset="0"/>
              <a:cs typeface="DejaVu Sans" charset="0"/>
            </a:endParaRPr>
          </a:p>
          <a:p>
            <a:pPr eaLnBrk="1" hangingPunct="1">
              <a:lnSpc>
                <a:spcPct val="100000"/>
              </a:lnSpc>
              <a:spcBef>
                <a:spcPts val="500"/>
              </a:spcBef>
              <a:spcAft>
                <a:spcPct val="0"/>
              </a:spcAft>
              <a:buClrTx/>
              <a:buFontTx/>
              <a:buNone/>
            </a:pPr>
            <a:r>
              <a:rPr lang="en-US" altLang="en-US" sz="2000">
                <a:latin typeface="Times New Roman" panose="02020603050405020304" pitchFamily="18" charset="0"/>
                <a:cs typeface="DejaVu Sans" charset="0"/>
              </a:rPr>
              <a:t>	</a:t>
            </a:r>
          </a:p>
        </p:txBody>
      </p:sp>
    </p:spTree>
  </p:cSld>
  <p:clrMapOvr>
    <a:masterClrMapping/>
  </p:clrMapOvr>
  <p:transition spd="med">
    <p:strips dir="ru"/>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
            <a:extLst>
              <a:ext uri="{FF2B5EF4-FFF2-40B4-BE49-F238E27FC236}">
                <a16:creationId xmlns:a16="http://schemas.microsoft.com/office/drawing/2014/main" id="{934C01EB-51FE-55ED-232B-B54F4AB2D886}"/>
              </a:ext>
            </a:extLst>
          </p:cNvPr>
          <p:cNvSpPr txBox="1">
            <a:spLocks noChangeArrowheads="1"/>
          </p:cNvSpPr>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b="1">
                <a:solidFill>
                  <a:srgbClr val="800000"/>
                </a:solidFill>
                <a:latin typeface="Univers Condensed" panose="020F0502020204030204" pitchFamily="34" charset="0"/>
                <a:cs typeface="DejaVu Sans" charset="0"/>
              </a:rPr>
              <a:t>USEFULNESS OF SILICON TECHNOLOGY IN SMART SENSOR</a:t>
            </a:r>
          </a:p>
        </p:txBody>
      </p:sp>
      <p:sp>
        <p:nvSpPr>
          <p:cNvPr id="12291" name="Text Box 2">
            <a:extLst>
              <a:ext uri="{FF2B5EF4-FFF2-40B4-BE49-F238E27FC236}">
                <a16:creationId xmlns:a16="http://schemas.microsoft.com/office/drawing/2014/main" id="{2FCB80E8-71E6-6187-B68C-5455B1CE321A}"/>
              </a:ext>
            </a:extLst>
          </p:cNvPr>
          <p:cNvSpPr txBox="1">
            <a:spLocks noChangeArrowheads="1"/>
          </p:cNvSpPr>
          <p:nvPr/>
        </p:nvSpPr>
        <p:spPr bwMode="auto">
          <a:xfrm>
            <a:off x="533400" y="1371600"/>
            <a:ext cx="7924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468313" indent="-457200">
              <a:lnSpc>
                <a:spcPct val="93000"/>
              </a:lnSpc>
              <a:spcAft>
                <a:spcPts val="1425"/>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8313" algn="l"/>
                <a:tab pos="925513" algn="l"/>
                <a:tab pos="1382713" algn="l"/>
                <a:tab pos="1839913" algn="l"/>
                <a:tab pos="2297113" algn="l"/>
                <a:tab pos="2754313" algn="l"/>
                <a:tab pos="3211513" algn="l"/>
                <a:tab pos="3668713" algn="l"/>
                <a:tab pos="4125913" algn="l"/>
                <a:tab pos="4583113" algn="l"/>
                <a:tab pos="5040313" algn="l"/>
                <a:tab pos="5497513" algn="l"/>
                <a:tab pos="5954713" algn="l"/>
                <a:tab pos="6411913" algn="l"/>
                <a:tab pos="6869113" algn="l"/>
                <a:tab pos="7326313" algn="l"/>
                <a:tab pos="7783513" algn="l"/>
                <a:tab pos="8240713" algn="l"/>
                <a:tab pos="8697913" algn="l"/>
                <a:tab pos="9155113" algn="l"/>
                <a:tab pos="9612313" algn="l"/>
              </a:tabLst>
              <a:defRPr sz="2000">
                <a:solidFill>
                  <a:srgbClr val="000000"/>
                </a:solidFill>
                <a:latin typeface="Arial" panose="020B0604020202020204" pitchFamily="34" charset="0"/>
                <a:cs typeface="Arial Unicode MS" charset="0"/>
              </a:defRPr>
            </a:lvl9pPr>
          </a:lstStyle>
          <a:p>
            <a:pPr eaLnBrk="1" hangingPunct="1">
              <a:lnSpc>
                <a:spcPct val="100000"/>
              </a:lnSpc>
              <a:spcBef>
                <a:spcPts val="650"/>
              </a:spcBef>
              <a:spcAft>
                <a:spcPct val="0"/>
              </a:spcAft>
              <a:buClrTx/>
              <a:buFontTx/>
              <a:buNone/>
            </a:pPr>
            <a:endParaRPr lang="en-US" altLang="en-US" sz="2400" i="1">
              <a:cs typeface="DejaVu Sans" charset="0"/>
            </a:endParaRPr>
          </a:p>
          <a:p>
            <a:pPr eaLnBrk="1" hangingPunct="1">
              <a:lnSpc>
                <a:spcPct val="100000"/>
              </a:lnSpc>
              <a:spcBef>
                <a:spcPts val="650"/>
              </a:spcBef>
              <a:spcAft>
                <a:spcPct val="0"/>
              </a:spcAft>
              <a:buClr>
                <a:srgbClr val="CC0000"/>
              </a:buClr>
              <a:buFont typeface="Wingdings" panose="05000000000000000000" pitchFamily="2" charset="2"/>
              <a:buChar char=""/>
            </a:pPr>
            <a:r>
              <a:rPr lang="en-US" altLang="en-US" sz="2400">
                <a:cs typeface="DejaVu Sans" charset="0"/>
              </a:rPr>
              <a:t>A smart sensor is made with same technology as Integrated circuits.</a:t>
            </a:r>
          </a:p>
          <a:p>
            <a:pPr eaLnBrk="1" hangingPunct="1">
              <a:lnSpc>
                <a:spcPct val="100000"/>
              </a:lnSpc>
              <a:spcBef>
                <a:spcPts val="650"/>
              </a:spcBef>
              <a:spcAft>
                <a:spcPct val="0"/>
              </a:spcAft>
              <a:buClr>
                <a:srgbClr val="CC0000"/>
              </a:buClr>
              <a:buFont typeface="Wingdings" panose="05000000000000000000" pitchFamily="2" charset="2"/>
              <a:buChar char=""/>
            </a:pPr>
            <a:r>
              <a:rPr lang="en-US" altLang="en-US" sz="2400">
                <a:cs typeface="DejaVu Sans" charset="0"/>
              </a:rPr>
              <a:t>A transduction  element either includes thin metal films, Zinc Oxide and Polymeric films.</a:t>
            </a:r>
          </a:p>
          <a:p>
            <a:pPr eaLnBrk="1" hangingPunct="1">
              <a:lnSpc>
                <a:spcPct val="100000"/>
              </a:lnSpc>
              <a:spcBef>
                <a:spcPts val="650"/>
              </a:spcBef>
              <a:spcAft>
                <a:spcPct val="0"/>
              </a:spcAft>
              <a:buClr>
                <a:srgbClr val="CC0000"/>
              </a:buClr>
              <a:buFont typeface="Wingdings" panose="05000000000000000000" pitchFamily="2" charset="2"/>
              <a:buChar char=""/>
            </a:pPr>
            <a:r>
              <a:rPr lang="en-US" altLang="en-US" sz="2400">
                <a:cs typeface="DejaVu Sans" charset="0"/>
              </a:rPr>
              <a:t> A smart sensor utilizes the transduction properties of one class of materials and electronic properties of silicon.</a:t>
            </a:r>
          </a:p>
          <a:p>
            <a:pPr eaLnBrk="1" hangingPunct="1">
              <a:lnSpc>
                <a:spcPct val="100000"/>
              </a:lnSpc>
              <a:spcBef>
                <a:spcPts val="650"/>
              </a:spcBef>
              <a:spcAft>
                <a:spcPct val="0"/>
              </a:spcAft>
              <a:buClr>
                <a:srgbClr val="CC0000"/>
              </a:buClr>
              <a:buFont typeface="Wingdings" panose="05000000000000000000" pitchFamily="2" charset="2"/>
              <a:buChar char=""/>
            </a:pPr>
            <a:r>
              <a:rPr lang="en-US" altLang="en-US" sz="2400">
                <a:cs typeface="DejaVu Sans" charset="0"/>
              </a:rPr>
              <a:t> Integrating electronics circuits on the sensor chip makes it possible to have single chip Solution.</a:t>
            </a:r>
          </a:p>
          <a:p>
            <a:pPr eaLnBrk="1" hangingPunct="1">
              <a:lnSpc>
                <a:spcPct val="100000"/>
              </a:lnSpc>
              <a:spcBef>
                <a:spcPts val="650"/>
              </a:spcBef>
              <a:spcAft>
                <a:spcPct val="0"/>
              </a:spcAft>
              <a:buClr>
                <a:srgbClr val="CC0000"/>
              </a:buClr>
              <a:buFont typeface="Wingdings" panose="05000000000000000000" pitchFamily="2" charset="2"/>
              <a:buChar char=""/>
            </a:pPr>
            <a:r>
              <a:rPr lang="en-US" altLang="en-US" sz="2400">
                <a:cs typeface="DejaVu Sans" charset="0"/>
              </a:rPr>
              <a:t>Integrated sensors provide significant advantages in terms of overall size and the ability to use small signals from the transduction element</a:t>
            </a:r>
            <a:r>
              <a:rPr lang="en-US" altLang="en-US" sz="2400">
                <a:latin typeface="Times New Roman" panose="02020603050405020304" pitchFamily="18" charset="0"/>
                <a:cs typeface="DejaVu Sans" charset="0"/>
              </a:rPr>
              <a:t>.</a:t>
            </a:r>
          </a:p>
          <a:p>
            <a:pPr eaLnBrk="1" hangingPunct="1">
              <a:lnSpc>
                <a:spcPct val="100000"/>
              </a:lnSpc>
              <a:spcBef>
                <a:spcPts val="650"/>
              </a:spcBef>
              <a:spcAft>
                <a:spcPct val="0"/>
              </a:spcAft>
              <a:buClrTx/>
              <a:buFontTx/>
              <a:buNone/>
            </a:pPr>
            <a:endParaRPr lang="en-US" altLang="en-US" sz="2200" i="1">
              <a:latin typeface="Times New Roman" panose="02020603050405020304" pitchFamily="18" charset="0"/>
              <a:cs typeface="DejaVu Sans" charset="0"/>
            </a:endParaRPr>
          </a:p>
          <a:p>
            <a:pPr eaLnBrk="1" hangingPunct="1">
              <a:lnSpc>
                <a:spcPct val="100000"/>
              </a:lnSpc>
              <a:spcBef>
                <a:spcPts val="650"/>
              </a:spcBef>
              <a:spcAft>
                <a:spcPct val="0"/>
              </a:spcAft>
              <a:buClrTx/>
              <a:buFontTx/>
              <a:buNone/>
            </a:pPr>
            <a:endParaRPr lang="en-US" altLang="en-US" sz="2200" i="1">
              <a:latin typeface="Times New Roman" panose="02020603050405020304" pitchFamily="18" charset="0"/>
              <a:cs typeface="DejaVu Sans" charset="0"/>
            </a:endParaRPr>
          </a:p>
          <a:p>
            <a:pPr eaLnBrk="1" hangingPunct="1">
              <a:lnSpc>
                <a:spcPct val="100000"/>
              </a:lnSpc>
              <a:spcBef>
                <a:spcPts val="650"/>
              </a:spcBef>
              <a:spcAft>
                <a:spcPct val="0"/>
              </a:spcAft>
              <a:buClrTx/>
              <a:buFontTx/>
              <a:buNone/>
            </a:pPr>
            <a:endParaRPr lang="en-US" altLang="en-US" sz="2200" i="1">
              <a:latin typeface="Times New Roman" panose="02020603050405020304" pitchFamily="18" charset="0"/>
              <a:cs typeface="DejaVu Sans" charset="0"/>
            </a:endParaRPr>
          </a:p>
        </p:txBody>
      </p:sp>
    </p:spTree>
  </p:cSld>
  <p:clrMapOvr>
    <a:masterClrMapping/>
  </p:clrMapOvr>
  <p:transition spd="med">
    <p:strips dir="rd"/>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E6CB9AF3-0285-B3B5-B0D2-A88670AF07D8}"/>
              </a:ext>
            </a:extLst>
          </p:cNvPr>
          <p:cNvSpPr txBox="1">
            <a:spLocks noChangeArrowheads="1"/>
          </p:cNvSpPr>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r" eaLnBrk="1" hangingPunct="1">
              <a:lnSpc>
                <a:spcPct val="100000"/>
              </a:lnSpc>
              <a:spcAft>
                <a:spcPct val="0"/>
              </a:spcAft>
              <a:buClrTx/>
              <a:buFontTx/>
              <a:buNone/>
            </a:pPr>
            <a:r>
              <a:rPr lang="en-US" altLang="en-US" b="1">
                <a:solidFill>
                  <a:srgbClr val="800000"/>
                </a:solidFill>
                <a:cs typeface="DejaVu Sans" charset="0"/>
              </a:rPr>
              <a:t>ARCHITECTURE  OF SMART SENSOR</a:t>
            </a:r>
            <a:r>
              <a:rPr lang="en-US" altLang="en-US" sz="3000" b="1">
                <a:solidFill>
                  <a:srgbClr val="800000"/>
                </a:solidFill>
                <a:cs typeface="DejaVu Sans" charset="0"/>
              </a:rPr>
              <a:t> </a:t>
            </a:r>
          </a:p>
        </p:txBody>
      </p:sp>
      <p:sp>
        <p:nvSpPr>
          <p:cNvPr id="14339" name="Text Box 2">
            <a:extLst>
              <a:ext uri="{FF2B5EF4-FFF2-40B4-BE49-F238E27FC236}">
                <a16:creationId xmlns:a16="http://schemas.microsoft.com/office/drawing/2014/main" id="{9DEC28E9-4807-9361-D0C1-9014D8D3096E}"/>
              </a:ext>
            </a:extLst>
          </p:cNvPr>
          <p:cNvSpPr txBox="1">
            <a:spLocks noChangeArrowheads="1"/>
          </p:cNvSpPr>
          <p:nvPr/>
        </p:nvSpPr>
        <p:spPr bwMode="auto">
          <a:xfrm>
            <a:off x="566738" y="1752600"/>
            <a:ext cx="8120062"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457200" indent="-457200">
              <a:lnSpc>
                <a:spcPct val="93000"/>
              </a:lnSpc>
              <a:spcAft>
                <a:spcPts val="142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9pPr>
          </a:lstStyle>
          <a:p>
            <a:pPr eaLnBrk="1" hangingPunct="1">
              <a:lnSpc>
                <a:spcPct val="80000"/>
              </a:lnSpc>
              <a:spcBef>
                <a:spcPts val="400"/>
              </a:spcBef>
              <a:spcAft>
                <a:spcPct val="0"/>
              </a:spcAft>
              <a:buClr>
                <a:srgbClr val="CC0000"/>
              </a:buClr>
              <a:buFont typeface="Wingdings" panose="05000000000000000000" pitchFamily="2" charset="2"/>
              <a:buNone/>
            </a:pPr>
            <a:r>
              <a:rPr lang="en-US" altLang="en-US" sz="2400">
                <a:cs typeface="DejaVu Sans" charset="0"/>
              </a:rPr>
              <a:t>A general Architecture of smart sensor consist of following important components : </a:t>
            </a:r>
          </a:p>
          <a:p>
            <a:pPr eaLnBrk="1" hangingPunct="1">
              <a:lnSpc>
                <a:spcPct val="80000"/>
              </a:lnSpc>
              <a:spcBef>
                <a:spcPts val="400"/>
              </a:spcBef>
              <a:spcAft>
                <a:spcPct val="0"/>
              </a:spcAft>
              <a:buClr>
                <a:srgbClr val="CC0000"/>
              </a:buClr>
              <a:buFont typeface="Wingdings" panose="05000000000000000000" pitchFamily="2" charset="2"/>
              <a:buChar char=""/>
            </a:pPr>
            <a:r>
              <a:rPr lang="en-US" altLang="en-US" sz="2400">
                <a:cs typeface="DejaVu Sans" charset="0"/>
              </a:rPr>
              <a:t>Sensing element/transduction element</a:t>
            </a:r>
          </a:p>
          <a:p>
            <a:pPr eaLnBrk="1" hangingPunct="1">
              <a:lnSpc>
                <a:spcPct val="80000"/>
              </a:lnSpc>
              <a:spcBef>
                <a:spcPts val="400"/>
              </a:spcBef>
              <a:spcAft>
                <a:spcPct val="0"/>
              </a:spcAft>
              <a:buClr>
                <a:srgbClr val="CC0000"/>
              </a:buClr>
              <a:buFont typeface="Wingdings" panose="05000000000000000000" pitchFamily="2" charset="2"/>
              <a:buChar char=""/>
            </a:pPr>
            <a:r>
              <a:rPr lang="en-US" altLang="en-US" sz="2400">
                <a:cs typeface="DejaVu Sans" charset="0"/>
              </a:rPr>
              <a:t> Amplifier </a:t>
            </a:r>
          </a:p>
          <a:p>
            <a:pPr eaLnBrk="1" hangingPunct="1">
              <a:lnSpc>
                <a:spcPct val="80000"/>
              </a:lnSpc>
              <a:spcBef>
                <a:spcPts val="400"/>
              </a:spcBef>
              <a:spcAft>
                <a:spcPct val="0"/>
              </a:spcAft>
              <a:buClr>
                <a:srgbClr val="CC0000"/>
              </a:buClr>
              <a:buFont typeface="Wingdings" panose="05000000000000000000" pitchFamily="2" charset="2"/>
              <a:buChar char=""/>
            </a:pPr>
            <a:r>
              <a:rPr lang="en-US" altLang="en-US" sz="2400">
                <a:cs typeface="DejaVu Sans" charset="0"/>
              </a:rPr>
              <a:t>Sample and hold </a:t>
            </a:r>
          </a:p>
          <a:p>
            <a:pPr eaLnBrk="1" hangingPunct="1">
              <a:lnSpc>
                <a:spcPct val="80000"/>
              </a:lnSpc>
              <a:spcBef>
                <a:spcPts val="400"/>
              </a:spcBef>
              <a:spcAft>
                <a:spcPct val="0"/>
              </a:spcAft>
              <a:buClr>
                <a:srgbClr val="CC0000"/>
              </a:buClr>
              <a:buFont typeface="Wingdings" panose="05000000000000000000" pitchFamily="2" charset="2"/>
              <a:buChar char=""/>
            </a:pPr>
            <a:r>
              <a:rPr lang="en-US" altLang="en-US" sz="2400">
                <a:cs typeface="DejaVu Sans" charset="0"/>
              </a:rPr>
              <a:t>Analog multiplexer</a:t>
            </a:r>
          </a:p>
          <a:p>
            <a:pPr eaLnBrk="1" hangingPunct="1">
              <a:lnSpc>
                <a:spcPct val="80000"/>
              </a:lnSpc>
              <a:spcBef>
                <a:spcPts val="400"/>
              </a:spcBef>
              <a:spcAft>
                <a:spcPct val="0"/>
              </a:spcAft>
              <a:buClr>
                <a:srgbClr val="CC0000"/>
              </a:buClr>
              <a:buFont typeface="Wingdings" panose="05000000000000000000" pitchFamily="2" charset="2"/>
              <a:buChar char=""/>
            </a:pPr>
            <a:r>
              <a:rPr lang="en-US" altLang="en-US" sz="2400">
                <a:cs typeface="DejaVu Sans" charset="0"/>
              </a:rPr>
              <a:t>Analog to digital converter (ADC)</a:t>
            </a:r>
          </a:p>
          <a:p>
            <a:pPr eaLnBrk="1" hangingPunct="1">
              <a:lnSpc>
                <a:spcPct val="80000"/>
              </a:lnSpc>
              <a:spcBef>
                <a:spcPts val="400"/>
              </a:spcBef>
              <a:spcAft>
                <a:spcPct val="0"/>
              </a:spcAft>
              <a:buClr>
                <a:srgbClr val="CC0000"/>
              </a:buClr>
              <a:buFont typeface="Wingdings" panose="05000000000000000000" pitchFamily="2" charset="2"/>
              <a:buChar char=""/>
            </a:pPr>
            <a:r>
              <a:rPr lang="en-US" altLang="en-US" sz="2400">
                <a:cs typeface="DejaVu Sans" charset="0"/>
              </a:rPr>
              <a:t>Offset and temperature compensation </a:t>
            </a:r>
          </a:p>
          <a:p>
            <a:pPr eaLnBrk="1" hangingPunct="1">
              <a:lnSpc>
                <a:spcPct val="80000"/>
              </a:lnSpc>
              <a:spcBef>
                <a:spcPts val="400"/>
              </a:spcBef>
              <a:spcAft>
                <a:spcPct val="0"/>
              </a:spcAft>
              <a:buClr>
                <a:srgbClr val="CC0000"/>
              </a:buClr>
              <a:buFont typeface="Wingdings" panose="05000000000000000000" pitchFamily="2" charset="2"/>
              <a:buChar char=""/>
            </a:pPr>
            <a:r>
              <a:rPr lang="en-US" altLang="en-US" sz="2400">
                <a:cs typeface="DejaVu Sans" charset="0"/>
              </a:rPr>
              <a:t>Digital to analog converter (DAC)</a:t>
            </a:r>
          </a:p>
          <a:p>
            <a:pPr eaLnBrk="1" hangingPunct="1">
              <a:lnSpc>
                <a:spcPct val="80000"/>
              </a:lnSpc>
              <a:spcBef>
                <a:spcPts val="400"/>
              </a:spcBef>
              <a:spcAft>
                <a:spcPct val="0"/>
              </a:spcAft>
              <a:buClr>
                <a:srgbClr val="CC0000"/>
              </a:buClr>
              <a:buFont typeface="Wingdings" panose="05000000000000000000" pitchFamily="2" charset="2"/>
              <a:buChar char=""/>
            </a:pPr>
            <a:r>
              <a:rPr lang="en-US" altLang="en-US" sz="2400">
                <a:cs typeface="DejaVu Sans" charset="0"/>
              </a:rPr>
              <a:t>Memory</a:t>
            </a:r>
          </a:p>
          <a:p>
            <a:pPr eaLnBrk="1" hangingPunct="1">
              <a:lnSpc>
                <a:spcPct val="80000"/>
              </a:lnSpc>
              <a:spcBef>
                <a:spcPts val="400"/>
              </a:spcBef>
              <a:spcAft>
                <a:spcPct val="0"/>
              </a:spcAft>
              <a:buClr>
                <a:srgbClr val="CC0000"/>
              </a:buClr>
              <a:buFont typeface="Wingdings" panose="05000000000000000000" pitchFamily="2" charset="2"/>
              <a:buChar char=""/>
            </a:pPr>
            <a:r>
              <a:rPr lang="en-US" altLang="en-US" sz="2400">
                <a:cs typeface="DejaVu Sans" charset="0"/>
              </a:rPr>
              <a:t>8 bit serial communication and processor</a:t>
            </a:r>
            <a:r>
              <a:rPr lang="en-US" altLang="en-US" sz="1600">
                <a:cs typeface="DejaVu Sans" charset="0"/>
              </a:rPr>
              <a:t> </a:t>
            </a:r>
          </a:p>
          <a:p>
            <a:pPr eaLnBrk="1" hangingPunct="1">
              <a:lnSpc>
                <a:spcPct val="80000"/>
              </a:lnSpc>
              <a:spcBef>
                <a:spcPts val="400"/>
              </a:spcBef>
              <a:spcAft>
                <a:spcPct val="0"/>
              </a:spcAft>
              <a:buClrTx/>
              <a:buFontTx/>
              <a:buNone/>
            </a:pPr>
            <a:endParaRPr lang="en-US" altLang="en-US" sz="1600">
              <a:cs typeface="DejaVu Sans" charset="0"/>
            </a:endParaRPr>
          </a:p>
          <a:p>
            <a:pPr eaLnBrk="1" hangingPunct="1">
              <a:lnSpc>
                <a:spcPct val="80000"/>
              </a:lnSpc>
              <a:spcBef>
                <a:spcPts val="400"/>
              </a:spcBef>
              <a:spcAft>
                <a:spcPct val="0"/>
              </a:spcAft>
              <a:buClrTx/>
              <a:buFontTx/>
              <a:buNone/>
            </a:pPr>
            <a:endParaRPr lang="en-US" altLang="en-US" sz="1600">
              <a:cs typeface="DejaVu Sans" charset="0"/>
            </a:endParaRPr>
          </a:p>
        </p:txBody>
      </p:sp>
    </p:spTree>
  </p:cSld>
  <p:clrMapOvr>
    <a:masterClrMapping/>
  </p:clrMapOvr>
  <p:transition spd="med">
    <p:strips/>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1">
            <a:extLst>
              <a:ext uri="{FF2B5EF4-FFF2-40B4-BE49-F238E27FC236}">
                <a16:creationId xmlns:a16="http://schemas.microsoft.com/office/drawing/2014/main" id="{4E673390-134C-A358-0802-6E69B56CE730}"/>
              </a:ext>
            </a:extLst>
          </p:cNvPr>
          <p:cNvGraphicFramePr>
            <a:graphicFrameLocks noChangeAspect="1"/>
          </p:cNvGraphicFramePr>
          <p:nvPr/>
        </p:nvGraphicFramePr>
        <p:xfrm>
          <a:off x="838200" y="1981200"/>
          <a:ext cx="7924800" cy="4038600"/>
        </p:xfrm>
        <a:graphic>
          <a:graphicData uri="http://schemas.openxmlformats.org/presentationml/2006/ole">
            <mc:AlternateContent xmlns:mc="http://schemas.openxmlformats.org/markup-compatibility/2006">
              <mc:Choice xmlns:v="urn:schemas-microsoft-com:vml" Requires="v">
                <p:oleObj r:id="rId3" imgW="2224856" imgH="1688452" progId="">
                  <p:embed/>
                </p:oleObj>
              </mc:Choice>
              <mc:Fallback>
                <p:oleObj r:id="rId3" imgW="2224856" imgH="1688452" progId="">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981200"/>
                        <a:ext cx="79248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7" name="Text Box 2">
            <a:extLst>
              <a:ext uri="{FF2B5EF4-FFF2-40B4-BE49-F238E27FC236}">
                <a16:creationId xmlns:a16="http://schemas.microsoft.com/office/drawing/2014/main" id="{E698E9BE-F444-2F65-BEB9-6C343C47B016}"/>
              </a:ext>
            </a:extLst>
          </p:cNvPr>
          <p:cNvSpPr txBox="1">
            <a:spLocks noChangeArrowheads="1"/>
          </p:cNvSpPr>
          <p:nvPr/>
        </p:nvSpPr>
        <p:spPr bwMode="auto">
          <a:xfrm>
            <a:off x="574675" y="265113"/>
            <a:ext cx="7997825" cy="125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sz="3800" b="1">
                <a:solidFill>
                  <a:srgbClr val="800000"/>
                </a:solidFill>
                <a:latin typeface="Verdana" panose="020B0604030504040204" pitchFamily="34" charset="0"/>
                <a:cs typeface="DejaVu Sans" charset="0"/>
              </a:rPr>
              <a:t>BLOCK DIAGRAM OF SMART SENSOR</a:t>
            </a:r>
          </a:p>
        </p:txBody>
      </p:sp>
    </p:spTree>
  </p:cSld>
  <p:clrMapOvr>
    <a:masterClrMapping/>
  </p:clrMapOvr>
  <p:transition spd="med">
    <p:split orient="vert"/>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a:extLst>
              <a:ext uri="{FF2B5EF4-FFF2-40B4-BE49-F238E27FC236}">
                <a16:creationId xmlns:a16="http://schemas.microsoft.com/office/drawing/2014/main" id="{0A22A616-1960-82E2-15B8-ED9C26713DE7}"/>
              </a:ext>
            </a:extLst>
          </p:cNvPr>
          <p:cNvSpPr>
            <a:spLocks noGrp="1" noChangeArrowheads="1"/>
          </p:cNvSpPr>
          <p:nvPr>
            <p:ph type="title"/>
          </p:nvPr>
        </p:nvSpPr>
        <p:spPr>
          <a:xfrm>
            <a:off x="266700" y="228600"/>
            <a:ext cx="8648700" cy="1246188"/>
          </a:xfrm>
        </p:spPr>
        <p:txBody>
          <a:bodyP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DESCRIPTION OF ARCHITECTURE</a:t>
            </a:r>
          </a:p>
        </p:txBody>
      </p:sp>
      <p:sp>
        <p:nvSpPr>
          <p:cNvPr id="18435" name="Text Box 2">
            <a:extLst>
              <a:ext uri="{FF2B5EF4-FFF2-40B4-BE49-F238E27FC236}">
                <a16:creationId xmlns:a16="http://schemas.microsoft.com/office/drawing/2014/main" id="{ECC06022-3EF7-9B5F-01A9-C83B58D38C5E}"/>
              </a:ext>
            </a:extLst>
          </p:cNvPr>
          <p:cNvSpPr txBox="1">
            <a:spLocks noChangeArrowheads="1"/>
          </p:cNvSpPr>
          <p:nvPr/>
        </p:nvSpPr>
        <p:spPr bwMode="auto">
          <a:xfrm>
            <a:off x="457200" y="2057400"/>
            <a:ext cx="8229600" cy="657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Clr>
                <a:srgbClr val="800000"/>
              </a:buClr>
              <a:buFont typeface="Wingdings" panose="05000000000000000000" pitchFamily="2" charset="2"/>
              <a:buChar char=""/>
            </a:pPr>
            <a:r>
              <a:rPr lang="en-US" altLang="en-US" sz="2000">
                <a:cs typeface="DejaVu Sans" charset="0"/>
              </a:rPr>
              <a:t> Architecture of smart sensor is shown. In the architecture shown A1,                                                                                                     A2...An and S/H1, S/H2...S/Hn are the amplifiers and sample and                                                                                                   hold circuit corresponding to different sensing element respectively.</a:t>
            </a:r>
          </a:p>
          <a:p>
            <a:pPr>
              <a:lnSpc>
                <a:spcPct val="100000"/>
              </a:lnSpc>
              <a:spcAft>
                <a:spcPct val="0"/>
              </a:spcAft>
              <a:buClr>
                <a:srgbClr val="800000"/>
              </a:buClr>
              <a:buFont typeface="Wingdings" panose="05000000000000000000" pitchFamily="2" charset="2"/>
              <a:buChar char=""/>
            </a:pPr>
            <a:r>
              <a:rPr lang="en-US" altLang="en-US" sz="2000">
                <a:cs typeface="DejaVu Sans" charset="0"/>
              </a:rPr>
              <a:t> So as to get a digital form of an analog signal the analog signal is           periodically sampled (its instantaneous value is acquired by circuit),       and that constant value is held and is converted into a digital words.</a:t>
            </a:r>
          </a:p>
          <a:p>
            <a:pPr>
              <a:lnSpc>
                <a:spcPct val="100000"/>
              </a:lnSpc>
              <a:spcAft>
                <a:spcPct val="0"/>
              </a:spcAft>
              <a:buClr>
                <a:srgbClr val="800000"/>
              </a:buClr>
              <a:buFont typeface="Wingdings" panose="05000000000000000000" pitchFamily="2" charset="2"/>
              <a:buChar char=""/>
            </a:pPr>
            <a:r>
              <a:rPr lang="en-US" altLang="en-US" sz="2000">
                <a:cs typeface="DejaVu Sans" charset="0"/>
              </a:rPr>
              <a:t> Any type of ADC must contain or proceeded by, a circuit that holds        the voltage at the input to the ADC converter constant during the            entire conversion time.</a:t>
            </a:r>
          </a:p>
          <a:p>
            <a:pPr>
              <a:lnSpc>
                <a:spcPct val="100000"/>
              </a:lnSpc>
              <a:spcAft>
                <a:spcPct val="0"/>
              </a:spcAft>
              <a:buClr>
                <a:srgbClr val="800000"/>
              </a:buClr>
              <a:buFont typeface="Wingdings" panose="05000000000000000000" pitchFamily="2" charset="2"/>
              <a:buChar char=""/>
            </a:pPr>
            <a:r>
              <a:rPr lang="en-US" altLang="en-US" sz="2000">
                <a:cs typeface="DejaVu Sans" charset="0"/>
              </a:rPr>
              <a:t> ADC starts conversion when it receives start of conversion signal          (SOC) from the processor and after conversion is over it gives end of      conversion signal to the processor.</a:t>
            </a:r>
          </a:p>
          <a:p>
            <a:pPr>
              <a:lnSpc>
                <a:spcPct val="100000"/>
              </a:lnSpc>
              <a:spcAft>
                <a:spcPct val="0"/>
              </a:spcAft>
              <a:buClr>
                <a:srgbClr val="800000"/>
              </a:buClr>
              <a:buFont typeface="Wingdings" panose="05000000000000000000" pitchFamily="2" charset="2"/>
              <a:buNone/>
            </a:pPr>
            <a:endParaRPr lang="en-US" altLang="en-US" sz="1800">
              <a:cs typeface="DejaVu Sans" charset="0"/>
            </a:endParaRPr>
          </a:p>
        </p:txBody>
      </p:sp>
    </p:spTree>
  </p:cSld>
  <p:clrMapOvr>
    <a:masterClrMapping/>
  </p:clrMapOvr>
  <p:transition spd="med">
    <p:strips dir="rd"/>
  </p:transition>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1">
            <a:extLst>
              <a:ext uri="{FF2B5EF4-FFF2-40B4-BE49-F238E27FC236}">
                <a16:creationId xmlns:a16="http://schemas.microsoft.com/office/drawing/2014/main" id="{38959579-BB91-AFC8-85A4-231B8426CD47}"/>
              </a:ext>
            </a:extLst>
          </p:cNvPr>
          <p:cNvSpPr txBox="1">
            <a:spLocks noChangeArrowheads="1"/>
          </p:cNvSpPr>
          <p:nvPr/>
        </p:nvSpPr>
        <p:spPr bwMode="auto">
          <a:xfrm>
            <a:off x="457200" y="2057400"/>
            <a:ext cx="8229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Clr>
                <a:srgbClr val="800000"/>
              </a:buClr>
              <a:buFont typeface="Wingdings" panose="05000000000000000000" pitchFamily="2" charset="2"/>
              <a:buChar char=""/>
            </a:pPr>
            <a:r>
              <a:rPr lang="en-US" altLang="en-US" sz="2000">
                <a:cs typeface="DejaVu Sans" charset="0"/>
              </a:rPr>
              <a:t> Outputs of all the sample and hold circuits are multiplexed together        so that we can use a single ADC, which will reduce the cost of the          chip.</a:t>
            </a:r>
          </a:p>
          <a:p>
            <a:pPr>
              <a:lnSpc>
                <a:spcPct val="100000"/>
              </a:lnSpc>
              <a:spcAft>
                <a:spcPct val="0"/>
              </a:spcAft>
              <a:buClr>
                <a:srgbClr val="800000"/>
              </a:buClr>
              <a:buFont typeface="Wingdings" panose="05000000000000000000" pitchFamily="2" charset="2"/>
              <a:buChar char=""/>
            </a:pPr>
            <a:r>
              <a:rPr lang="en-US" altLang="en-US" sz="2000">
                <a:cs typeface="DejaVu Sans" charset="0"/>
              </a:rPr>
              <a:t> Offset compensation and correction comprises of an ADC for                  measuring a reference voltage and other for the zero. </a:t>
            </a:r>
          </a:p>
          <a:p>
            <a:pPr>
              <a:lnSpc>
                <a:spcPct val="100000"/>
              </a:lnSpc>
              <a:spcAft>
                <a:spcPct val="0"/>
              </a:spcAft>
              <a:buClr>
                <a:srgbClr val="800000"/>
              </a:buClr>
              <a:buFont typeface="Wingdings" panose="05000000000000000000" pitchFamily="2" charset="2"/>
              <a:buChar char=""/>
            </a:pPr>
            <a:r>
              <a:rPr lang="en-US" altLang="en-US" sz="2000">
                <a:cs typeface="DejaVu Sans" charset="0"/>
              </a:rPr>
              <a:t> Dedicating two channels of the multiplexer and using only one ADC       for whole system can avoid the addition of ADC for this.</a:t>
            </a:r>
          </a:p>
          <a:p>
            <a:pPr>
              <a:lnSpc>
                <a:spcPct val="100000"/>
              </a:lnSpc>
              <a:spcAft>
                <a:spcPct val="0"/>
              </a:spcAft>
              <a:buClr>
                <a:srgbClr val="800000"/>
              </a:buClr>
              <a:buFont typeface="Wingdings" panose="05000000000000000000" pitchFamily="2" charset="2"/>
              <a:buChar char=""/>
            </a:pPr>
            <a:r>
              <a:rPr lang="en-US" altLang="en-US" sz="2000">
                <a:cs typeface="DejaVu Sans" charset="0"/>
              </a:rPr>
              <a:t> This is helpful in offset correction and zero compensation of gain due     to temperature drifts of acquisition chain.</a:t>
            </a:r>
          </a:p>
          <a:p>
            <a:pPr>
              <a:lnSpc>
                <a:spcPct val="100000"/>
              </a:lnSpc>
              <a:spcAft>
                <a:spcPct val="0"/>
              </a:spcAft>
              <a:buClr>
                <a:srgbClr val="800000"/>
              </a:buClr>
              <a:buFont typeface="Wingdings" panose="05000000000000000000" pitchFamily="2" charset="2"/>
              <a:buChar char=""/>
            </a:pPr>
            <a:r>
              <a:rPr lang="en-US" altLang="en-US" sz="2000">
                <a:cs typeface="DejaVu Sans" charset="0"/>
              </a:rPr>
              <a:t> In addition to this smart sensor also include internal memory so that       we can store the data and program required.</a:t>
            </a:r>
          </a:p>
        </p:txBody>
      </p:sp>
      <p:sp>
        <p:nvSpPr>
          <p:cNvPr id="20483" name="Text Box 2">
            <a:extLst>
              <a:ext uri="{FF2B5EF4-FFF2-40B4-BE49-F238E27FC236}">
                <a16:creationId xmlns:a16="http://schemas.microsoft.com/office/drawing/2014/main" id="{1864ADF8-0B74-AEBB-3C1A-5705E990EC8C}"/>
              </a:ext>
            </a:extLst>
          </p:cNvPr>
          <p:cNvSpPr txBox="1">
            <a:spLocks noChangeArrowheads="1"/>
          </p:cNvSpPr>
          <p:nvPr/>
        </p:nvSpPr>
        <p:spPr bwMode="auto">
          <a:xfrm>
            <a:off x="258763" y="457200"/>
            <a:ext cx="38560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ctr"/>
          <a:lstStyle>
            <a:lvl1pPr>
              <a:lnSpc>
                <a:spcPct val="93000"/>
              </a:lnSpc>
              <a:spcAft>
                <a:spcPts val="1425"/>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9pPr>
          </a:lstStyle>
          <a:p>
            <a:pPr algn="ctr">
              <a:buFont typeface="Times New Roman" panose="02020603050405020304" pitchFamily="18" charset="0"/>
              <a:buNone/>
            </a:pPr>
            <a:r>
              <a:rPr lang="en-US" altLang="en-US">
                <a:solidFill>
                  <a:srgbClr val="800000"/>
                </a:solidFill>
                <a:cs typeface="DejaVu Sans" charset="0"/>
              </a:rPr>
              <a:t>To be continue...</a:t>
            </a:r>
          </a:p>
        </p:txBody>
      </p:sp>
    </p:spTree>
  </p:cSld>
  <p:clrMapOvr>
    <a:masterClrMapping/>
  </p:clrMapOvr>
  <p:transition spd="med">
    <p:strips dir="rd"/>
  </p:transition>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a:extLst>
              <a:ext uri="{FF2B5EF4-FFF2-40B4-BE49-F238E27FC236}">
                <a16:creationId xmlns:a16="http://schemas.microsoft.com/office/drawing/2014/main" id="{D24D5905-A5C0-3857-1408-A3EF13F9FFF3}"/>
              </a:ext>
            </a:extLst>
          </p:cNvPr>
          <p:cNvSpPr txBox="1">
            <a:spLocks noChangeArrowheads="1"/>
          </p:cNvSpPr>
          <p:nvPr/>
        </p:nvSpPr>
        <p:spPr bwMode="auto">
          <a:xfrm>
            <a:off x="457200" y="457200"/>
            <a:ext cx="8001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cs typeface="Arial Unicode MS" charset="0"/>
            </a:endParaRPr>
          </a:p>
        </p:txBody>
      </p:sp>
      <p:sp>
        <p:nvSpPr>
          <p:cNvPr id="22531" name="Text Box 2">
            <a:extLst>
              <a:ext uri="{FF2B5EF4-FFF2-40B4-BE49-F238E27FC236}">
                <a16:creationId xmlns:a16="http://schemas.microsoft.com/office/drawing/2014/main" id="{7AC938DC-5994-434B-858D-DA672B2CEE75}"/>
              </a:ext>
            </a:extLst>
          </p:cNvPr>
          <p:cNvSpPr txBox="1">
            <a:spLocks noChangeArrowheads="1"/>
          </p:cNvSpPr>
          <p:nvPr/>
        </p:nvSpPr>
        <p:spPr bwMode="auto">
          <a:xfrm>
            <a:off x="44450" y="1600200"/>
            <a:ext cx="9180513" cy="420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ClrTx/>
              <a:buFontTx/>
              <a:buNone/>
            </a:pPr>
            <a:r>
              <a:rPr lang="en-US" altLang="en-US" sz="1800">
                <a:cs typeface="DejaVu Sans" charset="0"/>
              </a:rPr>
              <a:t>    </a:t>
            </a:r>
          </a:p>
          <a:p>
            <a:pPr>
              <a:lnSpc>
                <a:spcPct val="100000"/>
              </a:lnSpc>
              <a:spcAft>
                <a:spcPct val="0"/>
              </a:spcAft>
              <a:buClrTx/>
              <a:buFontTx/>
              <a:buNone/>
            </a:pPr>
            <a:r>
              <a:rPr lang="en-US" altLang="en-US" sz="1800">
                <a:cs typeface="DejaVu Sans" charset="0"/>
              </a:rPr>
              <a:t>We know that silicon shows a suitable physical signal conversion effect. Many of the physical effects of silicon can be used in making sensors. Based on these effects, different types of sensors can be constructed which can be used for measuring different physical and chemical measured.</a:t>
            </a:r>
          </a:p>
          <a:p>
            <a:pPr>
              <a:lnSpc>
                <a:spcPct val="100000"/>
              </a:lnSpc>
              <a:spcAft>
                <a:spcPct val="0"/>
              </a:spcAft>
              <a:buClrTx/>
              <a:buFontTx/>
              <a:buNone/>
            </a:pPr>
            <a:r>
              <a:rPr lang="en-US" altLang="en-US" sz="1800">
                <a:cs typeface="DejaVu Sans" charset="0"/>
              </a:rPr>
              <a:t>Table1 below shows how different non electrical signal in which we can classify different measured.</a:t>
            </a:r>
          </a:p>
          <a:p>
            <a:pPr>
              <a:lnSpc>
                <a:spcPct val="100000"/>
              </a:lnSpc>
              <a:spcAft>
                <a:spcPct val="0"/>
              </a:spcAft>
              <a:buClrTx/>
              <a:buFontTx/>
              <a:buNone/>
            </a:pPr>
            <a:endParaRPr lang="en-US" altLang="en-US" sz="1800">
              <a:cs typeface="DejaVu Sans" charset="0"/>
            </a:endParaRPr>
          </a:p>
          <a:p>
            <a:pPr>
              <a:lnSpc>
                <a:spcPct val="100000"/>
              </a:lnSpc>
              <a:spcAft>
                <a:spcPct val="0"/>
              </a:spcAft>
              <a:buClrTx/>
              <a:buFontTx/>
              <a:buNone/>
            </a:pPr>
            <a:r>
              <a:rPr lang="en-US" altLang="en-US" sz="1800">
                <a:cs typeface="DejaVu Sans" charset="0"/>
              </a:rPr>
              <a:t>                                                   Table 1</a:t>
            </a:r>
          </a:p>
          <a:p>
            <a:pPr>
              <a:lnSpc>
                <a:spcPct val="100000"/>
              </a:lnSpc>
              <a:spcAft>
                <a:spcPct val="0"/>
              </a:spcAft>
              <a:buClrTx/>
              <a:buFontTx/>
              <a:buNone/>
            </a:pPr>
            <a:r>
              <a:rPr lang="en-US" altLang="en-US" sz="1800">
                <a:cs typeface="DejaVu Sans" charset="0"/>
              </a:rPr>
              <a:t>                   Signal Domain                                                Examples</a:t>
            </a:r>
          </a:p>
          <a:p>
            <a:pPr>
              <a:lnSpc>
                <a:spcPct val="100000"/>
              </a:lnSpc>
              <a:spcAft>
                <a:spcPct val="0"/>
              </a:spcAft>
              <a:buClrTx/>
              <a:buFontTx/>
              <a:buNone/>
            </a:pPr>
            <a:r>
              <a:rPr lang="en-US" altLang="en-US" sz="1800">
                <a:cs typeface="DejaVu Sans" charset="0"/>
              </a:rPr>
              <a:t>Radiant Signals                                             Light intensity,polarization,phase,wavelength</a:t>
            </a:r>
          </a:p>
          <a:p>
            <a:pPr>
              <a:lnSpc>
                <a:spcPct val="100000"/>
              </a:lnSpc>
              <a:spcAft>
                <a:spcPct val="0"/>
              </a:spcAft>
              <a:buClrTx/>
              <a:buFontTx/>
              <a:buNone/>
            </a:pPr>
            <a:r>
              <a:rPr lang="en-US" altLang="en-US" sz="1800">
                <a:cs typeface="DejaVu Sans" charset="0"/>
              </a:rPr>
              <a:t>Mechanical Signals                                        Force ,pressure,flow,vacuum,thickness</a:t>
            </a:r>
          </a:p>
          <a:p>
            <a:pPr>
              <a:lnSpc>
                <a:spcPct val="100000"/>
              </a:lnSpc>
              <a:spcAft>
                <a:spcPct val="0"/>
              </a:spcAft>
              <a:buClrTx/>
              <a:buFontTx/>
              <a:buNone/>
            </a:pPr>
            <a:r>
              <a:rPr lang="en-US" altLang="en-US" sz="1800">
                <a:cs typeface="DejaVu Sans" charset="0"/>
              </a:rPr>
              <a:t>Thermal Signals                                             Temperature , Temperature gradient,heat</a:t>
            </a:r>
          </a:p>
          <a:p>
            <a:pPr>
              <a:lnSpc>
                <a:spcPct val="100000"/>
              </a:lnSpc>
              <a:spcAft>
                <a:spcPct val="0"/>
              </a:spcAft>
              <a:buClrTx/>
              <a:buFontTx/>
              <a:buNone/>
            </a:pPr>
            <a:r>
              <a:rPr lang="en-US" altLang="en-US" sz="1800">
                <a:cs typeface="DejaVu Sans" charset="0"/>
              </a:rPr>
              <a:t>Chemical Signals                                            Concentration,pH,toxicity</a:t>
            </a:r>
          </a:p>
          <a:p>
            <a:pPr>
              <a:lnSpc>
                <a:spcPct val="100000"/>
              </a:lnSpc>
              <a:spcAft>
                <a:spcPct val="0"/>
              </a:spcAft>
              <a:buClrTx/>
              <a:buFontTx/>
              <a:buNone/>
            </a:pPr>
            <a:r>
              <a:rPr lang="en-US" altLang="en-US" sz="1800">
                <a:cs typeface="DejaVu Sans" charset="0"/>
              </a:rPr>
              <a:t>Magnetic Signals                                             Field intensity ,flux density,permeability</a:t>
            </a:r>
          </a:p>
        </p:txBody>
      </p:sp>
      <p:sp>
        <p:nvSpPr>
          <p:cNvPr id="22532" name="Text Box 3">
            <a:extLst>
              <a:ext uri="{FF2B5EF4-FFF2-40B4-BE49-F238E27FC236}">
                <a16:creationId xmlns:a16="http://schemas.microsoft.com/office/drawing/2014/main" id="{43D0C383-C92F-9B0B-459A-65F8132A654E}"/>
              </a:ext>
            </a:extLst>
          </p:cNvPr>
          <p:cNvSpPr txBox="1">
            <a:spLocks noChangeArrowheads="1"/>
          </p:cNvSpPr>
          <p:nvPr/>
        </p:nvSpPr>
        <p:spPr bwMode="auto">
          <a:xfrm>
            <a:off x="1430338" y="414338"/>
            <a:ext cx="6726237" cy="12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37080" rIns="0" bIns="0" anchor="ctr"/>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a:spcAft>
                <a:spcPct val="0"/>
              </a:spcAft>
              <a:buClrTx/>
              <a:buFontTx/>
              <a:buNone/>
            </a:pPr>
            <a:r>
              <a:rPr lang="en-US" altLang="en-US" sz="4200" b="1">
                <a:solidFill>
                  <a:srgbClr val="800000"/>
                </a:solidFill>
                <a:cs typeface="DejaVu Sans" charset="0"/>
              </a:rPr>
              <a:t>SIGNAL CONVERSION EFFECTS</a:t>
            </a:r>
          </a:p>
        </p:txBody>
      </p:sp>
    </p:spTree>
  </p:cSld>
  <p:clrMapOvr>
    <a:masterClrMapping/>
  </p:clrMapOvr>
  <p:transition spd="med">
    <p:wedge/>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1">
            <a:extLst>
              <a:ext uri="{FF2B5EF4-FFF2-40B4-BE49-F238E27FC236}">
                <a16:creationId xmlns:a16="http://schemas.microsoft.com/office/drawing/2014/main" id="{7F4920BD-3EA2-92E8-B156-0BED0053889D}"/>
              </a:ext>
            </a:extLst>
          </p:cNvPr>
          <p:cNvSpPr txBox="1">
            <a:spLocks noChangeArrowheads="1"/>
          </p:cNvSpPr>
          <p:nvPr/>
        </p:nvSpPr>
        <p:spPr bwMode="auto">
          <a:xfrm>
            <a:off x="230188" y="1828800"/>
            <a:ext cx="6170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ClrTx/>
              <a:buFontTx/>
              <a:buNone/>
            </a:pPr>
            <a:r>
              <a:rPr lang="en-US" altLang="en-US" sz="1800">
                <a:cs typeface="DejaVu Sans" charset="0"/>
              </a:rPr>
              <a:t>Table 2 shows the physical effects for sensors in silicon.</a:t>
            </a:r>
          </a:p>
          <a:p>
            <a:pPr>
              <a:lnSpc>
                <a:spcPct val="100000"/>
              </a:lnSpc>
              <a:spcAft>
                <a:spcPct val="0"/>
              </a:spcAft>
              <a:buClrTx/>
              <a:buFontTx/>
              <a:buNone/>
            </a:pPr>
            <a:r>
              <a:rPr lang="en-US" altLang="en-US" sz="1800">
                <a:cs typeface="DejaVu Sans" charset="0"/>
              </a:rPr>
              <a:t>                                              Table 2</a:t>
            </a:r>
          </a:p>
          <a:p>
            <a:pPr>
              <a:lnSpc>
                <a:spcPct val="100000"/>
              </a:lnSpc>
              <a:spcAft>
                <a:spcPct val="0"/>
              </a:spcAft>
              <a:buClrTx/>
              <a:buFontTx/>
              <a:buNone/>
            </a:pPr>
            <a:endParaRPr lang="en-US" altLang="en-US" sz="1800">
              <a:cs typeface="DejaVu Sans" charset="0"/>
            </a:endParaRPr>
          </a:p>
        </p:txBody>
      </p:sp>
      <p:sp>
        <p:nvSpPr>
          <p:cNvPr id="24579" name="Text Box 2">
            <a:extLst>
              <a:ext uri="{FF2B5EF4-FFF2-40B4-BE49-F238E27FC236}">
                <a16:creationId xmlns:a16="http://schemas.microsoft.com/office/drawing/2014/main" id="{AABC84E4-8BC6-52A8-4AFF-56E238C148E9}"/>
              </a:ext>
            </a:extLst>
          </p:cNvPr>
          <p:cNvSpPr txBox="1">
            <a:spLocks noChangeArrowheads="1"/>
          </p:cNvSpPr>
          <p:nvPr/>
        </p:nvSpPr>
        <p:spPr bwMode="auto">
          <a:xfrm>
            <a:off x="-3175" y="2501900"/>
            <a:ext cx="9147175"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ClrTx/>
              <a:buFontTx/>
              <a:buNone/>
            </a:pPr>
            <a:r>
              <a:rPr lang="en-US" altLang="en-US" sz="1800">
                <a:cs typeface="DejaVu Sans" charset="0"/>
              </a:rPr>
              <a:t>                                                                               Examples</a:t>
            </a:r>
          </a:p>
          <a:p>
            <a:pPr>
              <a:lnSpc>
                <a:spcPct val="100000"/>
              </a:lnSpc>
              <a:spcAft>
                <a:spcPct val="0"/>
              </a:spcAft>
              <a:buClrTx/>
              <a:buFontTx/>
              <a:buNone/>
            </a:pPr>
            <a:r>
              <a:rPr lang="en-US" altLang="en-US" sz="1800">
                <a:cs typeface="DejaVu Sans" charset="0"/>
              </a:rPr>
              <a:t>Radiant Signals                                  Photo voltaic effect, photoelectric effect,</a:t>
            </a:r>
          </a:p>
          <a:p>
            <a:pPr>
              <a:lnSpc>
                <a:spcPct val="100000"/>
              </a:lnSpc>
              <a:spcAft>
                <a:spcPct val="0"/>
              </a:spcAft>
              <a:buClrTx/>
              <a:buFontTx/>
              <a:buNone/>
            </a:pPr>
            <a:r>
              <a:rPr lang="en-US" altLang="en-US" sz="1800">
                <a:cs typeface="DejaVu Sans" charset="0"/>
              </a:rPr>
              <a:t>                                                           photo conductivity, and photo magneto-electric</a:t>
            </a:r>
          </a:p>
          <a:p>
            <a:pPr>
              <a:lnSpc>
                <a:spcPct val="100000"/>
              </a:lnSpc>
              <a:spcAft>
                <a:spcPct val="0"/>
              </a:spcAft>
              <a:buClrTx/>
              <a:buFontTx/>
              <a:buNone/>
            </a:pPr>
            <a:r>
              <a:rPr lang="en-US" altLang="en-US" sz="1800">
                <a:cs typeface="DejaVu Sans" charset="0"/>
              </a:rPr>
              <a:t>                                                           effect.</a:t>
            </a:r>
          </a:p>
          <a:p>
            <a:pPr>
              <a:lnSpc>
                <a:spcPct val="100000"/>
              </a:lnSpc>
              <a:spcAft>
                <a:spcPct val="0"/>
              </a:spcAft>
              <a:buClrTx/>
              <a:buFontTx/>
              <a:buNone/>
            </a:pPr>
            <a:r>
              <a:rPr lang="en-US" altLang="en-US" sz="1800">
                <a:cs typeface="DejaVu Sans" charset="0"/>
              </a:rPr>
              <a:t>Mechanical Signals                            piezoresistivity</a:t>
            </a:r>
          </a:p>
          <a:p>
            <a:pPr>
              <a:lnSpc>
                <a:spcPct val="100000"/>
              </a:lnSpc>
              <a:spcAft>
                <a:spcPct val="0"/>
              </a:spcAft>
              <a:buClrTx/>
              <a:buFontTx/>
              <a:buNone/>
            </a:pPr>
            <a:r>
              <a:rPr lang="en-US" altLang="en-US" sz="1800">
                <a:cs typeface="DejaVu Sans" charset="0"/>
              </a:rPr>
              <a:t>Thermal Signals                                 Seebeck effect,temperature dependence of</a:t>
            </a:r>
          </a:p>
          <a:p>
            <a:pPr>
              <a:lnSpc>
                <a:spcPct val="100000"/>
              </a:lnSpc>
              <a:spcAft>
                <a:spcPct val="0"/>
              </a:spcAft>
              <a:buClrTx/>
              <a:buFontTx/>
              <a:buNone/>
            </a:pPr>
            <a:r>
              <a:rPr lang="en-US" altLang="en-US" sz="1800">
                <a:cs typeface="DejaVu Sans" charset="0"/>
              </a:rPr>
              <a:t>                                                           conductivity</a:t>
            </a:r>
          </a:p>
          <a:p>
            <a:pPr>
              <a:lnSpc>
                <a:spcPct val="100000"/>
              </a:lnSpc>
              <a:spcAft>
                <a:spcPct val="0"/>
              </a:spcAft>
              <a:buClrTx/>
              <a:buFontTx/>
              <a:buNone/>
            </a:pPr>
            <a:r>
              <a:rPr lang="en-US" altLang="en-US" sz="1800">
                <a:cs typeface="DejaVu Sans" charset="0"/>
              </a:rPr>
              <a:t>Chemical Signals                                Ion sensitive field effect</a:t>
            </a:r>
          </a:p>
          <a:p>
            <a:pPr>
              <a:lnSpc>
                <a:spcPct val="100000"/>
              </a:lnSpc>
              <a:spcAft>
                <a:spcPct val="0"/>
              </a:spcAft>
              <a:buClrTx/>
              <a:buFontTx/>
              <a:buNone/>
            </a:pPr>
            <a:r>
              <a:rPr lang="en-US" altLang="en-US" sz="1800">
                <a:cs typeface="DejaVu Sans" charset="0"/>
              </a:rPr>
              <a:t>Magnetic Signals                                Hall effect,magneto resistance</a:t>
            </a:r>
          </a:p>
          <a:p>
            <a:pPr>
              <a:lnSpc>
                <a:spcPct val="100000"/>
              </a:lnSpc>
              <a:spcAft>
                <a:spcPct val="0"/>
              </a:spcAft>
              <a:buClrTx/>
              <a:buFontTx/>
              <a:buNone/>
            </a:pPr>
            <a:r>
              <a:rPr lang="en-US" altLang="en-US" sz="1800">
                <a:cs typeface="DejaVu Sans" charset="0"/>
              </a:rPr>
              <a:t> One problem with silicon is that its sensitivities to strain, light and magnetic field show a large cross- sensitivity to temperature. When it is not possible to have silicon with proper effect, it is possible to deposit layers of materials with desired sensitivity on the top of a silicon substrate. Thus we can have a magnetic field sensor by depositing Ni-Fe layer on the top of a silicon substrate.</a:t>
            </a:r>
          </a:p>
        </p:txBody>
      </p:sp>
      <p:sp>
        <p:nvSpPr>
          <p:cNvPr id="24580" name="Text Box 3">
            <a:extLst>
              <a:ext uri="{FF2B5EF4-FFF2-40B4-BE49-F238E27FC236}">
                <a16:creationId xmlns:a16="http://schemas.microsoft.com/office/drawing/2014/main" id="{6D184B50-1D0E-C9FC-7759-391A03274A0A}"/>
              </a:ext>
            </a:extLst>
          </p:cNvPr>
          <p:cNvSpPr txBox="1">
            <a:spLocks noChangeArrowheads="1"/>
          </p:cNvSpPr>
          <p:nvPr/>
        </p:nvSpPr>
        <p:spPr bwMode="auto">
          <a:xfrm>
            <a:off x="574675" y="80963"/>
            <a:ext cx="79978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sz="4400" b="1">
                <a:solidFill>
                  <a:srgbClr val="800000"/>
                </a:solidFill>
                <a:cs typeface="DejaVu Sans" charset="0"/>
              </a:rPr>
              <a:t>PHYSICAL EFFECTS FOR </a:t>
            </a:r>
            <a:r>
              <a:rPr lang="en-US" altLang="en-US" sz="4200" b="1">
                <a:solidFill>
                  <a:srgbClr val="800000"/>
                </a:solidFill>
                <a:cs typeface="DejaVu Sans" charset="0"/>
              </a:rPr>
              <a:t>SENSOR</a:t>
            </a:r>
            <a:r>
              <a:rPr lang="en-US" altLang="en-US" sz="4400" b="1">
                <a:solidFill>
                  <a:srgbClr val="800000"/>
                </a:solidFill>
                <a:cs typeface="DejaVu Sans" charset="0"/>
              </a:rPr>
              <a:t> IN </a:t>
            </a:r>
            <a:r>
              <a:rPr lang="en-US" altLang="en-US" sz="4200" b="1">
                <a:solidFill>
                  <a:srgbClr val="800000"/>
                </a:solidFill>
                <a:cs typeface="DejaVu Sans" charset="0"/>
              </a:rPr>
              <a:t>SILICON</a:t>
            </a:r>
          </a:p>
        </p:txBody>
      </p:sp>
    </p:spTree>
  </p:cSld>
  <p:clrMapOvr>
    <a:masterClrMapping/>
  </p:clrMapOvr>
  <p:transition spd="med">
    <p:blinds dir="vert"/>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1">
            <a:extLst>
              <a:ext uri="{FF2B5EF4-FFF2-40B4-BE49-F238E27FC236}">
                <a16:creationId xmlns:a16="http://schemas.microsoft.com/office/drawing/2014/main" id="{9ECA1D28-D435-FF8F-E137-F16A022284FE}"/>
              </a:ext>
            </a:extLst>
          </p:cNvPr>
          <p:cNvSpPr txBox="1">
            <a:spLocks noChangeArrowheads="1"/>
          </p:cNvSpPr>
          <p:nvPr/>
        </p:nvSpPr>
        <p:spPr bwMode="auto">
          <a:xfrm>
            <a:off x="-685800" y="220663"/>
            <a:ext cx="9829800"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ctr"/>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cs typeface="Arial Unicode MS" charset="0"/>
              </a:defRPr>
            </a:lvl9pPr>
          </a:lstStyle>
          <a:p>
            <a:pPr algn="ctr">
              <a:spcAft>
                <a:spcPct val="0"/>
              </a:spcAft>
              <a:buClrTx/>
              <a:buFontTx/>
              <a:buNone/>
            </a:pPr>
            <a:r>
              <a:rPr lang="en-US" altLang="en-US" sz="4000" b="1">
                <a:solidFill>
                  <a:srgbClr val="800000"/>
                </a:solidFill>
                <a:cs typeface="DejaVu Sans" charset="0"/>
              </a:rPr>
              <a:t>     Different Silicon Sensors Employing</a:t>
            </a:r>
            <a:br>
              <a:rPr lang="en-US" altLang="en-US" sz="4000" b="1">
                <a:solidFill>
                  <a:srgbClr val="800000"/>
                </a:solidFill>
                <a:cs typeface="DejaVu Sans" charset="0"/>
              </a:rPr>
            </a:br>
            <a:r>
              <a:rPr lang="en-US" altLang="en-US" sz="4000" b="1">
                <a:solidFill>
                  <a:srgbClr val="800000"/>
                </a:solidFill>
                <a:cs typeface="DejaVu Sans" charset="0"/>
              </a:rPr>
              <a:t>Above Effects</a:t>
            </a:r>
          </a:p>
        </p:txBody>
      </p:sp>
      <p:sp>
        <p:nvSpPr>
          <p:cNvPr id="26627" name="Text Box 2">
            <a:extLst>
              <a:ext uri="{FF2B5EF4-FFF2-40B4-BE49-F238E27FC236}">
                <a16:creationId xmlns:a16="http://schemas.microsoft.com/office/drawing/2014/main" id="{61682E37-90FE-2722-AC6D-D0DF099F0940}"/>
              </a:ext>
            </a:extLst>
          </p:cNvPr>
          <p:cNvSpPr txBox="1">
            <a:spLocks noChangeArrowheads="1"/>
          </p:cNvSpPr>
          <p:nvPr/>
        </p:nvSpPr>
        <p:spPr bwMode="auto">
          <a:xfrm>
            <a:off x="685800" y="1828800"/>
            <a:ext cx="7050088"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28080" rIns="0" bIns="0"/>
          <a:lstStyle>
            <a:lvl1pPr marL="342900" indent="-339725">
              <a:lnSpc>
                <a:spcPct val="93000"/>
              </a:lnSpc>
              <a:spcAft>
                <a:spcPts val="1425"/>
              </a:spcAft>
              <a:buClr>
                <a:srgbClr val="000000"/>
              </a:buClr>
              <a:buSzPct val="100000"/>
              <a:buFont typeface="Times New Roman" panose="02020603050405020304" pitchFamily="18"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sz="2000">
                <a:solidFill>
                  <a:srgbClr val="000000"/>
                </a:solidFill>
                <a:latin typeface="Arial" panose="020B0604020202020204" pitchFamily="34" charset="0"/>
                <a:cs typeface="Arial Unicode MS" charset="0"/>
              </a:defRPr>
            </a:lvl9pPr>
          </a:lstStyle>
          <a:p>
            <a:pPr>
              <a:buClrTx/>
              <a:buFontTx/>
              <a:buNone/>
            </a:pPr>
            <a:r>
              <a:rPr lang="en-US" altLang="en-US" sz="2800">
                <a:cs typeface="DejaVu Sans" charset="0"/>
              </a:rPr>
              <a:t>                </a:t>
            </a:r>
            <a:r>
              <a:rPr lang="en-US" altLang="en-US" sz="2800" b="1" u="sng">
                <a:cs typeface="DejaVu Sans" charset="0"/>
              </a:rPr>
              <a:t>  Radiant Signal Domain</a:t>
            </a:r>
          </a:p>
          <a:p>
            <a:pPr>
              <a:buClr>
                <a:srgbClr val="800000"/>
              </a:buClr>
              <a:buFont typeface="Wingdings" panose="05000000000000000000" pitchFamily="2" charset="2"/>
              <a:buChar char=""/>
            </a:pPr>
            <a:r>
              <a:rPr lang="en-US" altLang="en-US" sz="2200">
                <a:cs typeface="DejaVu Sans" charset="0"/>
              </a:rPr>
              <a:t>Silicon can be used to construct a sensor for sensing wide range of radiant signal from gamma rays to infrared.</a:t>
            </a:r>
          </a:p>
          <a:p>
            <a:pPr>
              <a:buClr>
                <a:srgbClr val="800000"/>
              </a:buClr>
              <a:buFont typeface="Wingdings" panose="05000000000000000000" pitchFamily="2" charset="2"/>
              <a:buChar char=""/>
            </a:pPr>
            <a:r>
              <a:rPr lang="en-US" altLang="en-US" sz="2200">
                <a:cs typeface="DejaVu Sans" charset="0"/>
              </a:rPr>
              <a:t> Silicon can be used for the fabrication of photo conductors, photo-diode, and photo-transistor or to detect nuclear radiation.</a:t>
            </a:r>
          </a:p>
        </p:txBody>
      </p:sp>
    </p:spTree>
  </p:cSld>
  <p:clrMapOvr>
    <a:masterClrMapping/>
  </p:clrMapOvr>
  <p:transition spd="med">
    <p:wipe dir="r"/>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1">
            <a:extLst>
              <a:ext uri="{FF2B5EF4-FFF2-40B4-BE49-F238E27FC236}">
                <a16:creationId xmlns:a16="http://schemas.microsoft.com/office/drawing/2014/main" id="{33D8FD28-C464-CDC5-717C-344144CD3093}"/>
              </a:ext>
            </a:extLst>
          </p:cNvPr>
          <p:cNvSpPr txBox="1">
            <a:spLocks noChangeArrowheads="1"/>
          </p:cNvSpPr>
          <p:nvPr/>
        </p:nvSpPr>
        <p:spPr bwMode="auto">
          <a:xfrm>
            <a:off x="574675" y="147638"/>
            <a:ext cx="8001000"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sz="4200" b="1">
                <a:solidFill>
                  <a:srgbClr val="800000"/>
                </a:solidFill>
                <a:cs typeface="DejaVu Sans" charset="0"/>
              </a:rPr>
              <a:t>MECHANICAL SIGNAL DOMAIN</a:t>
            </a:r>
          </a:p>
        </p:txBody>
      </p:sp>
      <p:sp>
        <p:nvSpPr>
          <p:cNvPr id="28675" name="Text Box 2">
            <a:extLst>
              <a:ext uri="{FF2B5EF4-FFF2-40B4-BE49-F238E27FC236}">
                <a16:creationId xmlns:a16="http://schemas.microsoft.com/office/drawing/2014/main" id="{0CFA3670-353B-F5AF-9EE5-659A3CA66EFA}"/>
              </a:ext>
            </a:extLst>
          </p:cNvPr>
          <p:cNvSpPr txBox="1">
            <a:spLocks noChangeArrowheads="1"/>
          </p:cNvSpPr>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457200" indent="-457200">
              <a:lnSpc>
                <a:spcPct val="93000"/>
              </a:lnSpc>
              <a:spcAft>
                <a:spcPts val="142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9pPr>
          </a:lstStyle>
          <a:p>
            <a:pPr eaLnBrk="1" hangingPunct="1">
              <a:lnSpc>
                <a:spcPct val="100000"/>
              </a:lnSpc>
              <a:spcBef>
                <a:spcPts val="600"/>
              </a:spcBef>
              <a:spcAft>
                <a:spcPct val="0"/>
              </a:spcAft>
              <a:buClr>
                <a:srgbClr val="CC0000"/>
              </a:buClr>
              <a:buFont typeface="Wingdings" panose="05000000000000000000" pitchFamily="2" charset="2"/>
              <a:buChar char=""/>
            </a:pPr>
            <a:r>
              <a:rPr lang="en-US" altLang="en-US" sz="2400">
                <a:cs typeface="DejaVu Sans" charset="0"/>
              </a:rPr>
              <a:t>Silicon Can be used for measuring force &amp; pressure because of  piezo-electrics effect.</a:t>
            </a:r>
          </a:p>
          <a:p>
            <a:pPr eaLnBrk="1" hangingPunct="1">
              <a:lnSpc>
                <a:spcPct val="100000"/>
              </a:lnSpc>
              <a:spcBef>
                <a:spcPts val="600"/>
              </a:spcBef>
              <a:spcAft>
                <a:spcPct val="0"/>
              </a:spcAft>
              <a:buClrTx/>
              <a:buFontTx/>
              <a:buNone/>
            </a:pPr>
            <a:endParaRPr lang="en-US" altLang="en-US" sz="2400">
              <a:cs typeface="DejaVu Sans" charset="0"/>
            </a:endParaRPr>
          </a:p>
          <a:p>
            <a:pPr eaLnBrk="1" hangingPunct="1">
              <a:lnSpc>
                <a:spcPct val="100000"/>
              </a:lnSpc>
              <a:spcBef>
                <a:spcPts val="600"/>
              </a:spcBef>
              <a:spcAft>
                <a:spcPct val="0"/>
              </a:spcAft>
              <a:buClr>
                <a:srgbClr val="CC0000"/>
              </a:buClr>
              <a:buFont typeface="Wingdings" panose="05000000000000000000" pitchFamily="2" charset="2"/>
              <a:buChar char=""/>
            </a:pPr>
            <a:r>
              <a:rPr lang="en-US" altLang="en-US" sz="2400">
                <a:cs typeface="DejaVu Sans" charset="0"/>
              </a:rPr>
              <a:t>By heating a silicon structure having two temperature devices and is brought to air flow then resulting the temperature difference is proportional to square root of flow velocity</a:t>
            </a:r>
          </a:p>
          <a:p>
            <a:pPr eaLnBrk="1" hangingPunct="1">
              <a:lnSpc>
                <a:spcPct val="100000"/>
              </a:lnSpc>
              <a:spcBef>
                <a:spcPts val="600"/>
              </a:spcBef>
              <a:spcAft>
                <a:spcPct val="0"/>
              </a:spcAft>
              <a:buClrTx/>
              <a:buFontTx/>
              <a:buNone/>
            </a:pPr>
            <a:endParaRPr lang="en-US" altLang="en-US" sz="2400">
              <a:cs typeface="DejaVu Sans" charset="0"/>
            </a:endParaRPr>
          </a:p>
          <a:p>
            <a:pPr eaLnBrk="1" hangingPunct="1">
              <a:lnSpc>
                <a:spcPct val="100000"/>
              </a:lnSpc>
              <a:spcBef>
                <a:spcPts val="600"/>
              </a:spcBef>
              <a:spcAft>
                <a:spcPct val="0"/>
              </a:spcAft>
              <a:buClrTx/>
              <a:buFontTx/>
              <a:buNone/>
            </a:pPr>
            <a:endParaRPr lang="en-US" altLang="en-US" sz="2400">
              <a:cs typeface="DejaVu Sans" charset="0"/>
            </a:endParaRPr>
          </a:p>
        </p:txBody>
      </p:sp>
    </p:spTree>
  </p:cSld>
  <p:clrMapOvr>
    <a:masterClrMapping/>
  </p:clrMapOvr>
  <p:transition spd="med">
    <p:wipe/>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
            <a:extLst>
              <a:ext uri="{FF2B5EF4-FFF2-40B4-BE49-F238E27FC236}">
                <a16:creationId xmlns:a16="http://schemas.microsoft.com/office/drawing/2014/main" id="{3569DD74-42A8-D993-D38F-314325C977F4}"/>
              </a:ext>
            </a:extLst>
          </p:cNvPr>
          <p:cNvSpPr txBox="1">
            <a:spLocks noChangeArrowheads="1"/>
          </p:cNvSpPr>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sz="4200" b="1">
                <a:solidFill>
                  <a:srgbClr val="800000"/>
                </a:solidFill>
                <a:cs typeface="DejaVu Sans" charset="0"/>
              </a:rPr>
              <a:t>THERMAL SIGNAL DOMAIN</a:t>
            </a:r>
          </a:p>
        </p:txBody>
      </p:sp>
      <p:sp>
        <p:nvSpPr>
          <p:cNvPr id="30723" name="Text Box 2">
            <a:extLst>
              <a:ext uri="{FF2B5EF4-FFF2-40B4-BE49-F238E27FC236}">
                <a16:creationId xmlns:a16="http://schemas.microsoft.com/office/drawing/2014/main" id="{3A11A853-30AA-6558-CC32-81736B002F4F}"/>
              </a:ext>
            </a:extLst>
          </p:cNvPr>
          <p:cNvSpPr txBox="1">
            <a:spLocks noChangeArrowheads="1"/>
          </p:cNvSpPr>
          <p:nvPr/>
        </p:nvSpPr>
        <p:spPr bwMode="auto">
          <a:xfrm>
            <a:off x="685800" y="18288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457200" indent="-457200">
              <a:lnSpc>
                <a:spcPct val="93000"/>
              </a:lnSpc>
              <a:spcAft>
                <a:spcPts val="142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9pPr>
          </a:lstStyle>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400">
                <a:cs typeface="DejaVu Sans" charset="0"/>
              </a:rPr>
              <a:t>Electron devices in Silicon show temperature dependence this property of Silicon can be used for the measurement of Temperature </a:t>
            </a:r>
          </a:p>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400">
                <a:cs typeface="DejaVu Sans" charset="0"/>
              </a:rPr>
              <a:t>We can measure temperature because see back in Silicon is very large</a:t>
            </a:r>
            <a:r>
              <a:rPr lang="en-US" altLang="en-US" sz="2000">
                <a:cs typeface="DejaVu Sans" charset="0"/>
              </a:rPr>
              <a:t> </a:t>
            </a:r>
          </a:p>
          <a:p>
            <a:pPr algn="ctr" eaLnBrk="1" hangingPunct="1">
              <a:lnSpc>
                <a:spcPct val="100000"/>
              </a:lnSpc>
              <a:spcBef>
                <a:spcPts val="700"/>
              </a:spcBef>
              <a:spcAft>
                <a:spcPct val="0"/>
              </a:spcAft>
              <a:buClrTx/>
              <a:buFontTx/>
              <a:buNone/>
            </a:pPr>
            <a:r>
              <a:rPr lang="en-US" altLang="en-US" sz="2800" b="1" u="sng">
                <a:cs typeface="DejaVu Sans" charset="0"/>
              </a:rPr>
              <a:t>Magnetic Signal Domain</a:t>
            </a:r>
          </a:p>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400">
                <a:cs typeface="DejaVu Sans" charset="0"/>
              </a:rPr>
              <a:t> It can be used for the Construction of Hall Plates &amp; Transistor structure that are sensitive to magnetic field</a:t>
            </a:r>
          </a:p>
          <a:p>
            <a:pPr eaLnBrk="1" hangingPunct="1">
              <a:lnSpc>
                <a:spcPct val="100000"/>
              </a:lnSpc>
              <a:spcBef>
                <a:spcPts val="500"/>
              </a:spcBef>
              <a:spcAft>
                <a:spcPct val="0"/>
              </a:spcAft>
              <a:buClr>
                <a:srgbClr val="CC0000"/>
              </a:buClr>
              <a:buFont typeface="Wingdings" panose="05000000000000000000" pitchFamily="2" charset="2"/>
              <a:buNone/>
            </a:pPr>
            <a:endParaRPr lang="en-US" altLang="en-US" sz="2400">
              <a:cs typeface="DejaVu Sans" charset="0"/>
            </a:endParaRPr>
          </a:p>
          <a:p>
            <a:pPr eaLnBrk="1" hangingPunct="1">
              <a:lnSpc>
                <a:spcPct val="100000"/>
              </a:lnSpc>
              <a:spcBef>
                <a:spcPts val="500"/>
              </a:spcBef>
              <a:spcAft>
                <a:spcPct val="0"/>
              </a:spcAft>
              <a:buClr>
                <a:srgbClr val="CC0000"/>
              </a:buClr>
              <a:buFont typeface="Wingdings" panose="05000000000000000000" pitchFamily="2" charset="2"/>
              <a:buChar char=""/>
            </a:pPr>
            <a:r>
              <a:rPr lang="en-US" altLang="en-US" sz="2400">
                <a:cs typeface="DejaVu Sans" charset="0"/>
              </a:rPr>
              <a:t>It can be used as humidity sensor or gas sensor.</a:t>
            </a:r>
          </a:p>
          <a:p>
            <a:pPr eaLnBrk="1" hangingPunct="1">
              <a:lnSpc>
                <a:spcPct val="100000"/>
              </a:lnSpc>
              <a:spcBef>
                <a:spcPts val="500"/>
              </a:spcBef>
              <a:spcAft>
                <a:spcPct val="0"/>
              </a:spcAft>
              <a:buClr>
                <a:srgbClr val="CC0000"/>
              </a:buClr>
              <a:buFont typeface="Wingdings" panose="05000000000000000000" pitchFamily="2" charset="2"/>
              <a:buNone/>
            </a:pPr>
            <a:endParaRPr lang="en-US" altLang="en-US" sz="2400">
              <a:cs typeface="DejaVu Sans" charset="0"/>
            </a:endParaRPr>
          </a:p>
          <a:p>
            <a:pPr eaLnBrk="1" hangingPunct="1">
              <a:lnSpc>
                <a:spcPct val="100000"/>
              </a:lnSpc>
              <a:spcBef>
                <a:spcPts val="500"/>
              </a:spcBef>
              <a:spcAft>
                <a:spcPct val="0"/>
              </a:spcAft>
              <a:buClrTx/>
              <a:buSzTx/>
              <a:buFontTx/>
              <a:buNone/>
            </a:pPr>
            <a:r>
              <a:rPr lang="en-US" altLang="en-US" sz="2400">
                <a:cs typeface="DejaVu Sans" charset="0"/>
              </a:rPr>
              <a:t>     </a:t>
            </a:r>
          </a:p>
          <a:p>
            <a:pPr eaLnBrk="1" hangingPunct="1">
              <a:lnSpc>
                <a:spcPct val="100000"/>
              </a:lnSpc>
              <a:spcBef>
                <a:spcPts val="500"/>
              </a:spcBef>
              <a:spcAft>
                <a:spcPct val="0"/>
              </a:spcAft>
              <a:buFont typeface="Times New Roman" panose="02020603050405020304" pitchFamily="18" charset="0"/>
              <a:buNone/>
            </a:pPr>
            <a:endParaRPr lang="en-US" altLang="en-US" sz="2400">
              <a:cs typeface="DejaVu Sans" charset="0"/>
            </a:endParaRPr>
          </a:p>
          <a:p>
            <a:pPr eaLnBrk="1" hangingPunct="1">
              <a:lnSpc>
                <a:spcPct val="100000"/>
              </a:lnSpc>
              <a:spcBef>
                <a:spcPts val="700"/>
              </a:spcBef>
              <a:spcAft>
                <a:spcPct val="0"/>
              </a:spcAft>
              <a:buClrTx/>
              <a:buFontTx/>
              <a:buNone/>
            </a:pPr>
            <a:endParaRPr lang="en-US" altLang="en-US" sz="2000">
              <a:cs typeface="DejaVu Sans" charset="0"/>
            </a:endParaRPr>
          </a:p>
          <a:p>
            <a:pPr eaLnBrk="1" hangingPunct="1">
              <a:lnSpc>
                <a:spcPct val="100000"/>
              </a:lnSpc>
              <a:spcBef>
                <a:spcPts val="700"/>
              </a:spcBef>
              <a:spcAft>
                <a:spcPct val="0"/>
              </a:spcAft>
              <a:buClrTx/>
              <a:buFontTx/>
              <a:buNone/>
            </a:pPr>
            <a:endParaRPr lang="en-US" altLang="en-US" sz="2800">
              <a:cs typeface="DejaVu Sans" charset="0"/>
            </a:endParaRPr>
          </a:p>
          <a:p>
            <a:pPr eaLnBrk="1" hangingPunct="1">
              <a:lnSpc>
                <a:spcPct val="100000"/>
              </a:lnSpc>
              <a:spcBef>
                <a:spcPts val="700"/>
              </a:spcBef>
              <a:spcAft>
                <a:spcPct val="0"/>
              </a:spcAft>
              <a:buClrTx/>
              <a:buFontTx/>
              <a:buNone/>
            </a:pPr>
            <a:endParaRPr lang="en-US" altLang="en-US" sz="2800">
              <a:cs typeface="DejaVu Sans" charset="0"/>
            </a:endParaRPr>
          </a:p>
        </p:txBody>
      </p:sp>
      <p:sp>
        <p:nvSpPr>
          <p:cNvPr id="30724" name="Text Box 3">
            <a:extLst>
              <a:ext uri="{FF2B5EF4-FFF2-40B4-BE49-F238E27FC236}">
                <a16:creationId xmlns:a16="http://schemas.microsoft.com/office/drawing/2014/main" id="{B1919FDF-8E47-6036-2547-44BA03DD165B}"/>
              </a:ext>
            </a:extLst>
          </p:cNvPr>
          <p:cNvSpPr txBox="1">
            <a:spLocks noChangeArrowheads="1"/>
          </p:cNvSpPr>
          <p:nvPr/>
        </p:nvSpPr>
        <p:spPr bwMode="auto">
          <a:xfrm>
            <a:off x="2028825" y="4724400"/>
            <a:ext cx="5243513"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eaLnBrk="1" hangingPunct="1">
              <a:lnSpc>
                <a:spcPct val="100000"/>
              </a:lnSpc>
              <a:spcBef>
                <a:spcPts val="500"/>
              </a:spcBef>
              <a:spcAft>
                <a:spcPct val="0"/>
              </a:spcAft>
              <a:buFont typeface="Times New Roman" panose="02020603050405020304" pitchFamily="18" charset="0"/>
              <a:buNone/>
            </a:pPr>
            <a:endParaRPr lang="en-US" altLang="en-US" sz="2400">
              <a:cs typeface="DejaVu Sans" charset="0"/>
            </a:endParaRPr>
          </a:p>
          <a:p>
            <a:pPr algn="ctr" eaLnBrk="1" hangingPunct="1">
              <a:lnSpc>
                <a:spcPct val="100000"/>
              </a:lnSpc>
              <a:spcBef>
                <a:spcPts val="600"/>
              </a:spcBef>
              <a:spcAft>
                <a:spcPct val="0"/>
              </a:spcAft>
              <a:buFont typeface="Times New Roman" panose="02020603050405020304" pitchFamily="18" charset="0"/>
              <a:buNone/>
            </a:pPr>
            <a:r>
              <a:rPr lang="en-US" altLang="en-US" sz="2800" b="1" u="sng">
                <a:cs typeface="DejaVu Sans" charset="0"/>
              </a:rPr>
              <a:t>Chemical Signal Domain</a:t>
            </a:r>
          </a:p>
        </p:txBody>
      </p:sp>
    </p:spTree>
  </p:cSld>
  <p:clrMapOvr>
    <a:masterClrMapping/>
  </p:clrMapOvr>
  <p:transition spd="med">
    <p:blinds dir="vert"/>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1">
            <a:extLst>
              <a:ext uri="{FF2B5EF4-FFF2-40B4-BE49-F238E27FC236}">
                <a16:creationId xmlns:a16="http://schemas.microsoft.com/office/drawing/2014/main" id="{C358902E-4C4C-4657-A728-1D7BDF8AAD26}"/>
              </a:ext>
            </a:extLst>
          </p:cNvPr>
          <p:cNvSpPr txBox="1">
            <a:spLocks noChangeArrowheads="1"/>
          </p:cNvSpPr>
          <p:nvPr/>
        </p:nvSpPr>
        <p:spPr bwMode="auto">
          <a:xfrm>
            <a:off x="685800" y="69850"/>
            <a:ext cx="8001000"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sz="4200" b="1">
                <a:solidFill>
                  <a:srgbClr val="800000"/>
                </a:solidFill>
                <a:cs typeface="DejaVu Sans" charset="0"/>
              </a:rPr>
              <a:t>IMPORTANCE  &amp; ADOPTION OF SMART SENSOR</a:t>
            </a:r>
          </a:p>
        </p:txBody>
      </p:sp>
      <p:sp>
        <p:nvSpPr>
          <p:cNvPr id="32771" name="Text Box 2">
            <a:extLst>
              <a:ext uri="{FF2B5EF4-FFF2-40B4-BE49-F238E27FC236}">
                <a16:creationId xmlns:a16="http://schemas.microsoft.com/office/drawing/2014/main" id="{77E10949-AA12-CD2D-EE68-E1776A42B0D2}"/>
              </a:ext>
            </a:extLst>
          </p:cNvPr>
          <p:cNvSpPr txBox="1">
            <a:spLocks noChangeArrowheads="1"/>
          </p:cNvSpPr>
          <p:nvPr/>
        </p:nvSpPr>
        <p:spPr bwMode="auto">
          <a:xfrm>
            <a:off x="457200" y="18288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460375" indent="-457200">
              <a:lnSpc>
                <a:spcPct val="93000"/>
              </a:lnSpc>
              <a:spcAft>
                <a:spcPts val="1425"/>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9pPr>
          </a:lstStyle>
          <a:p>
            <a:pPr algn="ctr" eaLnBrk="1" hangingPunct="1">
              <a:lnSpc>
                <a:spcPct val="80000"/>
              </a:lnSpc>
              <a:spcBef>
                <a:spcPts val="300"/>
              </a:spcBef>
              <a:spcAft>
                <a:spcPct val="0"/>
              </a:spcAft>
              <a:buClrTx/>
              <a:buFontTx/>
              <a:buNone/>
            </a:pPr>
            <a:endParaRPr lang="en-US" altLang="en-US" sz="2000" b="1" u="sng">
              <a:cs typeface="DejaVu Sans" charset="0"/>
            </a:endParaRPr>
          </a:p>
          <a:p>
            <a:pPr algn="ctr" eaLnBrk="1" hangingPunct="1">
              <a:lnSpc>
                <a:spcPct val="80000"/>
              </a:lnSpc>
              <a:spcBef>
                <a:spcPts val="300"/>
              </a:spcBef>
              <a:spcAft>
                <a:spcPct val="0"/>
              </a:spcAft>
              <a:buClrTx/>
              <a:buFontTx/>
              <a:buNone/>
            </a:pPr>
            <a:r>
              <a:rPr lang="en-US" altLang="en-US" sz="2000" b="1" u="sng">
                <a:cs typeface="DejaVu Sans" charset="0"/>
              </a:rPr>
              <a:t>REDUCE COST OF BULK CABLES  &amp; CONNECTORS</a:t>
            </a:r>
          </a:p>
          <a:p>
            <a:pPr eaLnBrk="1" hangingPunct="1">
              <a:lnSpc>
                <a:spcPct val="80000"/>
              </a:lnSpc>
              <a:spcBef>
                <a:spcPts val="300"/>
              </a:spcBef>
              <a:spcAft>
                <a:spcPct val="0"/>
              </a:spcAft>
              <a:buClr>
                <a:srgbClr val="CC0000"/>
              </a:buClr>
              <a:buFont typeface="Wingdings" panose="05000000000000000000" pitchFamily="2" charset="2"/>
              <a:buChar char=""/>
            </a:pPr>
            <a:r>
              <a:rPr lang="en-US" altLang="en-US" sz="2000">
                <a:cs typeface="DejaVu Sans" charset="0"/>
              </a:rPr>
              <a:t>By using smart sensor the cost of bulk cables and connectors is reduced.</a:t>
            </a:r>
          </a:p>
          <a:p>
            <a:pPr eaLnBrk="1" hangingPunct="1">
              <a:lnSpc>
                <a:spcPct val="80000"/>
              </a:lnSpc>
              <a:spcBef>
                <a:spcPts val="300"/>
              </a:spcBef>
              <a:spcAft>
                <a:spcPct val="0"/>
              </a:spcAft>
              <a:buClrTx/>
              <a:buFontTx/>
              <a:buNone/>
            </a:pPr>
            <a:endParaRPr lang="en-US" altLang="en-US" sz="2000">
              <a:cs typeface="DejaVu Sans" charset="0"/>
            </a:endParaRPr>
          </a:p>
          <a:p>
            <a:pPr algn="ctr" eaLnBrk="1" hangingPunct="1">
              <a:lnSpc>
                <a:spcPct val="80000"/>
              </a:lnSpc>
              <a:spcBef>
                <a:spcPts val="300"/>
              </a:spcBef>
              <a:spcAft>
                <a:spcPct val="0"/>
              </a:spcAft>
              <a:buClrTx/>
              <a:buFontTx/>
              <a:buNone/>
            </a:pPr>
            <a:r>
              <a:rPr lang="en-US" altLang="en-US" sz="2000">
                <a:cs typeface="DejaVu Sans" charset="0"/>
              </a:rPr>
              <a:t>.</a:t>
            </a:r>
          </a:p>
          <a:p>
            <a:pPr algn="ctr" eaLnBrk="1" hangingPunct="1">
              <a:lnSpc>
                <a:spcPct val="80000"/>
              </a:lnSpc>
              <a:spcBef>
                <a:spcPts val="300"/>
              </a:spcBef>
              <a:spcAft>
                <a:spcPct val="0"/>
              </a:spcAft>
              <a:buClrTx/>
              <a:buFontTx/>
              <a:buNone/>
            </a:pPr>
            <a:endParaRPr lang="en-US" altLang="en-US" sz="2000">
              <a:cs typeface="DejaVu Sans" charset="0"/>
            </a:endParaRPr>
          </a:p>
        </p:txBody>
      </p:sp>
      <p:sp>
        <p:nvSpPr>
          <p:cNvPr id="32772" name="Rectangle 3">
            <a:extLst>
              <a:ext uri="{FF2B5EF4-FFF2-40B4-BE49-F238E27FC236}">
                <a16:creationId xmlns:a16="http://schemas.microsoft.com/office/drawing/2014/main" id="{3FFF86A2-D7C8-CB38-6D81-4061879D613C}"/>
              </a:ext>
            </a:extLst>
          </p:cNvPr>
          <p:cNvSpPr>
            <a:spLocks noChangeArrowheads="1"/>
          </p:cNvSpPr>
          <p:nvPr/>
        </p:nvSpPr>
        <p:spPr bwMode="auto">
          <a:xfrm>
            <a:off x="457200" y="3200400"/>
            <a:ext cx="7924800"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marL="466725" indent="-457200">
              <a:lnSpc>
                <a:spcPct val="93000"/>
              </a:lnSpc>
              <a:spcAft>
                <a:spcPts val="1425"/>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9pPr>
          </a:lstStyle>
          <a:p>
            <a:pPr eaLnBrk="1" hangingPunct="1">
              <a:lnSpc>
                <a:spcPct val="80000"/>
              </a:lnSpc>
              <a:spcBef>
                <a:spcPts val="300"/>
              </a:spcBef>
              <a:spcAft>
                <a:spcPct val="0"/>
              </a:spcAft>
              <a:buClrTx/>
              <a:buFontTx/>
              <a:buNone/>
            </a:pPr>
            <a:r>
              <a:rPr lang="en-US" altLang="en-US" sz="1800">
                <a:latin typeface="Verdana" panose="020B0604030504040204" pitchFamily="34" charset="0"/>
                <a:cs typeface="DejaVu Sans" charset="0"/>
              </a:rPr>
              <a:t>                     </a:t>
            </a:r>
            <a:r>
              <a:rPr lang="en-US" altLang="en-US" sz="1800">
                <a:cs typeface="DejaVu Sans" charset="0"/>
              </a:rPr>
              <a:t>  </a:t>
            </a:r>
            <a:r>
              <a:rPr lang="en-US" altLang="en-US" sz="2000">
                <a:cs typeface="DejaVu Sans" charset="0"/>
              </a:rPr>
              <a:t>       </a:t>
            </a:r>
            <a:r>
              <a:rPr lang="en-US" altLang="en-US" sz="2000" b="1" u="sng">
                <a:cs typeface="DejaVu Sans" charset="0"/>
              </a:rPr>
              <a:t>REMOTE DIAGNOSTIC</a:t>
            </a:r>
          </a:p>
          <a:p>
            <a:pPr eaLnBrk="1" hangingPunct="1">
              <a:lnSpc>
                <a:spcPct val="80000"/>
              </a:lnSpc>
              <a:spcBef>
                <a:spcPts val="300"/>
              </a:spcBef>
              <a:spcAft>
                <a:spcPct val="0"/>
              </a:spcAft>
              <a:buClr>
                <a:srgbClr val="C90016"/>
              </a:buClr>
              <a:buFont typeface="Wingdings" panose="05000000000000000000" pitchFamily="2" charset="2"/>
              <a:buChar char=""/>
            </a:pPr>
            <a:r>
              <a:rPr lang="en-US" altLang="en-US" sz="2000">
                <a:cs typeface="DejaVu Sans" charset="0"/>
              </a:rPr>
              <a:t>It is possible to have digital communication  via a standard bus &amp; a built in self-test.</a:t>
            </a:r>
          </a:p>
          <a:p>
            <a:pPr eaLnBrk="1" hangingPunct="1">
              <a:lnSpc>
                <a:spcPct val="80000"/>
              </a:lnSpc>
              <a:spcBef>
                <a:spcPts val="300"/>
              </a:spcBef>
              <a:spcAft>
                <a:spcPct val="0"/>
              </a:spcAft>
              <a:buClr>
                <a:srgbClr val="CC0000"/>
              </a:buClr>
              <a:buFont typeface="Wingdings" panose="05000000000000000000" pitchFamily="2" charset="2"/>
              <a:buNone/>
            </a:pPr>
            <a:endParaRPr lang="en-US" altLang="en-US" sz="1800">
              <a:latin typeface="Verdana" panose="020B0604030504040204" pitchFamily="34" charset="0"/>
              <a:cs typeface="DejaVu Sans" charset="0"/>
            </a:endParaRPr>
          </a:p>
          <a:p>
            <a:pPr eaLnBrk="1" hangingPunct="1">
              <a:lnSpc>
                <a:spcPct val="80000"/>
              </a:lnSpc>
              <a:spcBef>
                <a:spcPts val="300"/>
              </a:spcBef>
              <a:spcAft>
                <a:spcPct val="0"/>
              </a:spcAft>
              <a:buClr>
                <a:srgbClr val="CC0000"/>
              </a:buClr>
              <a:buFont typeface="Wingdings" panose="05000000000000000000" pitchFamily="2" charset="2"/>
              <a:buNone/>
            </a:pPr>
            <a:endParaRPr lang="en-US" altLang="en-US" sz="1800">
              <a:latin typeface="Verdana" panose="020B0604030504040204" pitchFamily="34" charset="0"/>
              <a:cs typeface="DejaVu Sans" charset="0"/>
            </a:endParaRPr>
          </a:p>
          <a:p>
            <a:pPr eaLnBrk="1" hangingPunct="1">
              <a:lnSpc>
                <a:spcPct val="80000"/>
              </a:lnSpc>
              <a:spcBef>
                <a:spcPts val="300"/>
              </a:spcBef>
              <a:spcAft>
                <a:spcPct val="0"/>
              </a:spcAft>
              <a:buClr>
                <a:srgbClr val="FF0000"/>
              </a:buClr>
              <a:buFont typeface="Wingdings" panose="05000000000000000000" pitchFamily="2" charset="2"/>
              <a:buChar char=""/>
            </a:pPr>
            <a:r>
              <a:rPr lang="en-US" altLang="en-US" sz="1800">
                <a:latin typeface="Verdana" panose="020B0604030504040204" pitchFamily="34" charset="0"/>
                <a:cs typeface="DejaVu Sans" charset="0"/>
              </a:rPr>
              <a:t> </a:t>
            </a:r>
          </a:p>
          <a:p>
            <a:pPr eaLnBrk="1" hangingPunct="1">
              <a:lnSpc>
                <a:spcPct val="80000"/>
              </a:lnSpc>
              <a:spcBef>
                <a:spcPts val="300"/>
              </a:spcBef>
              <a:spcAft>
                <a:spcPct val="0"/>
              </a:spcAft>
              <a:buClrTx/>
              <a:buFontTx/>
              <a:buNone/>
            </a:pPr>
            <a:endParaRPr lang="en-US" altLang="en-US" sz="1800">
              <a:latin typeface="Verdana" panose="020B0604030504040204" pitchFamily="34" charset="0"/>
              <a:cs typeface="DejaVu Sans" charset="0"/>
            </a:endParaRPr>
          </a:p>
        </p:txBody>
      </p:sp>
      <p:sp>
        <p:nvSpPr>
          <p:cNvPr id="32773" name="Rectangle 4">
            <a:extLst>
              <a:ext uri="{FF2B5EF4-FFF2-40B4-BE49-F238E27FC236}">
                <a16:creationId xmlns:a16="http://schemas.microsoft.com/office/drawing/2014/main" id="{374A74D9-D234-0DEF-59E6-C4AEC7280667}"/>
              </a:ext>
            </a:extLst>
          </p:cNvPr>
          <p:cNvSpPr>
            <a:spLocks noChangeArrowheads="1"/>
          </p:cNvSpPr>
          <p:nvPr/>
        </p:nvSpPr>
        <p:spPr bwMode="auto">
          <a:xfrm>
            <a:off x="685800" y="5715000"/>
            <a:ext cx="81534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SzPct val="45000"/>
              <a:buFont typeface="Wingdings" panose="05000000000000000000" pitchFamily="2" charset="2"/>
              <a:buNone/>
            </a:pPr>
            <a:r>
              <a:rPr lang="en-US" altLang="en-US" sz="1800" b="1">
                <a:cs typeface="DejaVu Sans" charset="0"/>
              </a:rPr>
              <a:t>                               </a:t>
            </a:r>
          </a:p>
          <a:p>
            <a:pPr eaLnBrk="1">
              <a:lnSpc>
                <a:spcPct val="100000"/>
              </a:lnSpc>
              <a:spcAft>
                <a:spcPct val="0"/>
              </a:spcAft>
              <a:buClrTx/>
              <a:buSzTx/>
              <a:buFontTx/>
              <a:buNone/>
            </a:pPr>
            <a:endParaRPr lang="en-US" altLang="en-US" sz="2000">
              <a:latin typeface="Times New Roman" panose="02020603050405020304" pitchFamily="18" charset="0"/>
              <a:cs typeface="DejaVu Sans" charset="0"/>
            </a:endParaRPr>
          </a:p>
        </p:txBody>
      </p:sp>
      <p:sp>
        <p:nvSpPr>
          <p:cNvPr id="32774" name="Text Box 5">
            <a:extLst>
              <a:ext uri="{FF2B5EF4-FFF2-40B4-BE49-F238E27FC236}">
                <a16:creationId xmlns:a16="http://schemas.microsoft.com/office/drawing/2014/main" id="{F8FFDD3E-9B9D-9BC9-2204-8BC88E2A3072}"/>
              </a:ext>
            </a:extLst>
          </p:cNvPr>
          <p:cNvSpPr txBox="1">
            <a:spLocks noChangeArrowheads="1"/>
          </p:cNvSpPr>
          <p:nvPr/>
        </p:nvSpPr>
        <p:spPr bwMode="auto">
          <a:xfrm>
            <a:off x="-79375" y="4410075"/>
            <a:ext cx="9209088" cy="245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Font typeface="Times New Roman" panose="02020603050405020304" pitchFamily="18" charset="0"/>
              <a:buNone/>
            </a:pPr>
            <a:r>
              <a:rPr lang="en-US" altLang="en-US" sz="2000">
                <a:cs typeface="DejaVu Sans" charset="0"/>
              </a:rPr>
              <a:t>               In case of smart sensor inside hardware is more complex in the </a:t>
            </a:r>
          </a:p>
          <a:p>
            <a:pPr>
              <a:lnSpc>
                <a:spcPct val="100000"/>
              </a:lnSpc>
              <a:spcAft>
                <a:spcPct val="0"/>
              </a:spcAft>
              <a:buFont typeface="Times New Roman" panose="02020603050405020304" pitchFamily="18" charset="0"/>
              <a:buNone/>
            </a:pPr>
            <a:r>
              <a:rPr lang="en-US" altLang="en-US" sz="2000">
                <a:cs typeface="DejaVu Sans" charset="0"/>
              </a:rPr>
              <a:t>               sensor on the other hand it is simpler outside the sensor. Thus </a:t>
            </a:r>
          </a:p>
          <a:p>
            <a:pPr>
              <a:lnSpc>
                <a:spcPct val="100000"/>
              </a:lnSpc>
              <a:spcAft>
                <a:spcPct val="0"/>
              </a:spcAft>
              <a:buFont typeface="Times New Roman" panose="02020603050405020304" pitchFamily="18" charset="0"/>
              <a:buNone/>
            </a:pPr>
            <a:r>
              <a:rPr lang="en-US" altLang="en-US" sz="2000">
                <a:cs typeface="DejaVu Sans" charset="0"/>
              </a:rPr>
              <a:t>               the cost of the sensor is in its setup, which can be reduced by</a:t>
            </a:r>
          </a:p>
          <a:p>
            <a:pPr>
              <a:lnSpc>
                <a:spcPct val="100000"/>
              </a:lnSpc>
              <a:spcAft>
                <a:spcPct val="0"/>
              </a:spcAft>
              <a:buFont typeface="Times New Roman" panose="02020603050405020304" pitchFamily="18" charset="0"/>
              <a:buNone/>
            </a:pPr>
            <a:r>
              <a:rPr lang="en-US" altLang="en-US" sz="2000">
                <a:cs typeface="DejaVu Sans" charset="0"/>
              </a:rPr>
              <a:t>               reducing the effort of setup, and by removing repetitive testing.</a:t>
            </a:r>
          </a:p>
        </p:txBody>
      </p:sp>
      <p:sp>
        <p:nvSpPr>
          <p:cNvPr id="32775" name="Text Box 6">
            <a:extLst>
              <a:ext uri="{FF2B5EF4-FFF2-40B4-BE49-F238E27FC236}">
                <a16:creationId xmlns:a16="http://schemas.microsoft.com/office/drawing/2014/main" id="{89CBBD25-DABB-1E44-E8F9-7348338BF99F}"/>
              </a:ext>
            </a:extLst>
          </p:cNvPr>
          <p:cNvSpPr txBox="1">
            <a:spLocks noChangeArrowheads="1"/>
          </p:cNvSpPr>
          <p:nvPr/>
        </p:nvSpPr>
        <p:spPr bwMode="auto">
          <a:xfrm>
            <a:off x="2365375" y="4029075"/>
            <a:ext cx="40354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Font typeface="Times New Roman" panose="02020603050405020304" pitchFamily="18" charset="0"/>
              <a:buNone/>
            </a:pPr>
            <a:r>
              <a:rPr lang="en-US" altLang="en-US" sz="2000" b="1">
                <a:cs typeface="DejaVu Sans" charset="0"/>
              </a:rPr>
              <a:t>  </a:t>
            </a:r>
            <a:r>
              <a:rPr lang="en-US" altLang="en-US" sz="2400" b="1">
                <a:cs typeface="DejaVu Sans" charset="0"/>
              </a:rPr>
              <a:t>    </a:t>
            </a:r>
            <a:r>
              <a:rPr lang="en-US" altLang="en-US" sz="2400" b="1" u="sng">
                <a:cs typeface="DejaVu Sans" charset="0"/>
              </a:rPr>
              <a:t>Cost improvement</a:t>
            </a:r>
          </a:p>
        </p:txBody>
      </p:sp>
    </p:spTree>
  </p:cSld>
  <p:clrMapOvr>
    <a:masterClrMapping/>
  </p:clrMapOvr>
  <p:transition spd="med">
    <p:wipe dir="d"/>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
            <a:extLst>
              <a:ext uri="{FF2B5EF4-FFF2-40B4-BE49-F238E27FC236}">
                <a16:creationId xmlns:a16="http://schemas.microsoft.com/office/drawing/2014/main" id="{D5E502BE-E7B5-10E2-7933-7A0C18B48EE2}"/>
              </a:ext>
            </a:extLst>
          </p:cNvPr>
          <p:cNvSpPr txBox="1">
            <a:spLocks noChangeArrowheads="1"/>
          </p:cNvSpPr>
          <p:nvPr/>
        </p:nvSpPr>
        <p:spPr bwMode="auto">
          <a:xfrm>
            <a:off x="3298825" y="219075"/>
            <a:ext cx="5580063"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ctr"/>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r">
              <a:spcAft>
                <a:spcPct val="0"/>
              </a:spcAft>
              <a:buClrTx/>
              <a:buFontTx/>
              <a:buNone/>
            </a:pPr>
            <a:br>
              <a:rPr lang="en-US" altLang="en-US" sz="4400" b="1" i="1">
                <a:solidFill>
                  <a:srgbClr val="800000"/>
                </a:solidFill>
                <a:cs typeface="DejaVu Sans" charset="0"/>
              </a:rPr>
            </a:br>
            <a:endParaRPr lang="en-US" altLang="en-US" sz="4400" b="1" i="1">
              <a:solidFill>
                <a:srgbClr val="800000"/>
              </a:solidFill>
              <a:cs typeface="DejaVu Sans" charset="0"/>
            </a:endParaRPr>
          </a:p>
        </p:txBody>
      </p:sp>
      <p:sp>
        <p:nvSpPr>
          <p:cNvPr id="34819" name="Text Box 2">
            <a:extLst>
              <a:ext uri="{FF2B5EF4-FFF2-40B4-BE49-F238E27FC236}">
                <a16:creationId xmlns:a16="http://schemas.microsoft.com/office/drawing/2014/main" id="{6D4535F9-C667-4C8B-042F-A887F88AF4B2}"/>
              </a:ext>
            </a:extLst>
          </p:cNvPr>
          <p:cNvSpPr txBox="1">
            <a:spLocks noChangeArrowheads="1"/>
          </p:cNvSpPr>
          <p:nvPr/>
        </p:nvSpPr>
        <p:spPr bwMode="auto">
          <a:xfrm>
            <a:off x="457200" y="1676400"/>
            <a:ext cx="8077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28080" rIns="0" bIns="0"/>
          <a:lstStyle>
            <a:lvl1pPr marL="466725" indent="-457200">
              <a:lnSpc>
                <a:spcPct val="93000"/>
              </a:lnSpc>
              <a:spcAft>
                <a:spcPts val="1425"/>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6725" algn="l"/>
                <a:tab pos="923925" algn="l"/>
                <a:tab pos="1381125" algn="l"/>
                <a:tab pos="1838325" algn="l"/>
                <a:tab pos="2295525" algn="l"/>
                <a:tab pos="2752725" algn="l"/>
                <a:tab pos="3209925" algn="l"/>
                <a:tab pos="3667125" algn="l"/>
                <a:tab pos="4124325" algn="l"/>
                <a:tab pos="4581525" algn="l"/>
                <a:tab pos="5038725" algn="l"/>
                <a:tab pos="5495925" algn="l"/>
                <a:tab pos="5953125" algn="l"/>
                <a:tab pos="6410325" algn="l"/>
                <a:tab pos="6867525" algn="l"/>
                <a:tab pos="7324725" algn="l"/>
                <a:tab pos="7781925" algn="l"/>
                <a:tab pos="8239125" algn="l"/>
                <a:tab pos="8696325" algn="l"/>
                <a:tab pos="9153525" algn="l"/>
                <a:tab pos="9610725" algn="l"/>
              </a:tabLst>
              <a:defRPr sz="2000">
                <a:solidFill>
                  <a:srgbClr val="000000"/>
                </a:solidFill>
                <a:latin typeface="Arial" panose="020B0604020202020204" pitchFamily="34" charset="0"/>
                <a:cs typeface="Arial Unicode MS" charset="0"/>
              </a:defRPr>
            </a:lvl9pPr>
          </a:lstStyle>
          <a:p>
            <a:pPr eaLnBrk="1" hangingPunct="1">
              <a:lnSpc>
                <a:spcPct val="80000"/>
              </a:lnSpc>
              <a:spcBef>
                <a:spcPts val="300"/>
              </a:spcBef>
              <a:buClrTx/>
              <a:buFontTx/>
              <a:buNone/>
            </a:pPr>
            <a:endParaRPr lang="en-US" altLang="en-US">
              <a:latin typeface="Verdana" panose="020B0604030504040204" pitchFamily="34" charset="0"/>
              <a:cs typeface="DejaVu Sans" charset="0"/>
            </a:endParaRPr>
          </a:p>
          <a:p>
            <a:pPr eaLnBrk="1" hangingPunct="1">
              <a:lnSpc>
                <a:spcPct val="80000"/>
              </a:lnSpc>
              <a:spcBef>
                <a:spcPts val="300"/>
              </a:spcBef>
              <a:buClr>
                <a:srgbClr val="CC0000"/>
              </a:buClr>
              <a:buFont typeface="Wingdings" panose="05000000000000000000" pitchFamily="2" charset="2"/>
              <a:buNone/>
            </a:pPr>
            <a:r>
              <a:rPr lang="en-US" altLang="en-US" sz="2400" b="1">
                <a:latin typeface="Verdana" panose="020B0604030504040204" pitchFamily="34" charset="0"/>
                <a:cs typeface="DejaVu Sans" charset="0"/>
              </a:rPr>
              <a:t>                      </a:t>
            </a:r>
            <a:r>
              <a:rPr lang="en-US" altLang="en-US" sz="2400" b="1" u="sng">
                <a:latin typeface="Verdana" panose="020B0604030504040204" pitchFamily="34" charset="0"/>
                <a:cs typeface="DejaVu Sans" charset="0"/>
              </a:rPr>
              <a:t>System Reliability</a:t>
            </a:r>
            <a:r>
              <a:rPr lang="en-US" altLang="en-US" sz="2400">
                <a:latin typeface="Verdana" panose="020B0604030504040204" pitchFamily="34" charset="0"/>
                <a:cs typeface="DejaVu Sans" charset="0"/>
              </a:rPr>
              <a:t> </a:t>
            </a:r>
          </a:p>
          <a:p>
            <a:pPr eaLnBrk="1" hangingPunct="1">
              <a:lnSpc>
                <a:spcPct val="80000"/>
              </a:lnSpc>
              <a:spcBef>
                <a:spcPts val="300"/>
              </a:spcBef>
              <a:buClr>
                <a:srgbClr val="CC0000"/>
              </a:buClr>
              <a:buFont typeface="Wingdings" panose="05000000000000000000" pitchFamily="2" charset="2"/>
              <a:buChar char=""/>
            </a:pPr>
            <a:r>
              <a:rPr lang="en-US" altLang="en-US" sz="2400">
                <a:latin typeface="Verdana" panose="020B0604030504040204" pitchFamily="34" charset="0"/>
                <a:cs typeface="DejaVu Sans" charset="0"/>
              </a:rPr>
              <a:t>System reliability is significantly improved due to the utilization of smart sensor.</a:t>
            </a:r>
          </a:p>
          <a:p>
            <a:pPr eaLnBrk="1" hangingPunct="1">
              <a:lnSpc>
                <a:spcPct val="80000"/>
              </a:lnSpc>
              <a:spcBef>
                <a:spcPts val="300"/>
              </a:spcBef>
              <a:buClrTx/>
              <a:buFontTx/>
              <a:buNone/>
            </a:pPr>
            <a:endParaRPr lang="en-US" altLang="en-US" sz="2400" u="sng">
              <a:latin typeface="Verdana" panose="020B0604030504040204" pitchFamily="34" charset="0"/>
              <a:cs typeface="DejaVu Sans" charset="0"/>
            </a:endParaRPr>
          </a:p>
          <a:p>
            <a:pPr eaLnBrk="1" hangingPunct="1">
              <a:lnSpc>
                <a:spcPct val="80000"/>
              </a:lnSpc>
              <a:spcBef>
                <a:spcPts val="300"/>
              </a:spcBef>
              <a:buClr>
                <a:srgbClr val="CC0000"/>
              </a:buClr>
              <a:buFont typeface="Wingdings" panose="05000000000000000000" pitchFamily="2" charset="2"/>
              <a:buNone/>
            </a:pPr>
            <a:r>
              <a:rPr lang="en-US" altLang="en-US" sz="2400" b="1">
                <a:latin typeface="Verdana" panose="020B0604030504040204" pitchFamily="34" charset="0"/>
                <a:cs typeface="DejaVu Sans" charset="0"/>
              </a:rPr>
              <a:t>               </a:t>
            </a:r>
            <a:r>
              <a:rPr lang="en-US" altLang="en-US" sz="2400" b="1" u="sng">
                <a:latin typeface="Verdana" panose="020B0604030504040204" pitchFamily="34" charset="0"/>
                <a:cs typeface="DejaVu Sans" charset="0"/>
              </a:rPr>
              <a:t>Better signal to Noise ratio</a:t>
            </a:r>
            <a:r>
              <a:rPr lang="en-US" altLang="en-US" sz="2400">
                <a:latin typeface="Verdana" panose="020B0604030504040204" pitchFamily="34" charset="0"/>
                <a:cs typeface="DejaVu Sans" charset="0"/>
              </a:rPr>
              <a:t> </a:t>
            </a:r>
          </a:p>
          <a:p>
            <a:pPr eaLnBrk="1" hangingPunct="1">
              <a:lnSpc>
                <a:spcPct val="80000"/>
              </a:lnSpc>
              <a:spcBef>
                <a:spcPts val="300"/>
              </a:spcBef>
              <a:buClr>
                <a:srgbClr val="CC0000"/>
              </a:buClr>
              <a:buFont typeface="Wingdings" panose="05000000000000000000" pitchFamily="2" charset="2"/>
              <a:buChar char=""/>
            </a:pPr>
            <a:r>
              <a:rPr lang="en-US" altLang="en-US" sz="2400">
                <a:latin typeface="Verdana" panose="020B0604030504040204" pitchFamily="34" charset="0"/>
                <a:cs typeface="DejaVu Sans" charset="0"/>
              </a:rPr>
              <a:t>The electrical output  of most sensors is very weak and it is transmitted through long wires lot of noise  get coupled by using smart sensor this problem is  avoided. </a:t>
            </a:r>
          </a:p>
          <a:p>
            <a:pPr>
              <a:buClrTx/>
              <a:buFontTx/>
              <a:buNone/>
            </a:pPr>
            <a:endParaRPr lang="en-US" altLang="en-US" sz="2400">
              <a:latin typeface="Verdana" panose="020B0604030504040204" pitchFamily="34" charset="0"/>
              <a:cs typeface="DejaVu Sans" charset="0"/>
            </a:endParaRPr>
          </a:p>
        </p:txBody>
      </p:sp>
      <p:sp>
        <p:nvSpPr>
          <p:cNvPr id="34820" name="Rectangle 3">
            <a:extLst>
              <a:ext uri="{FF2B5EF4-FFF2-40B4-BE49-F238E27FC236}">
                <a16:creationId xmlns:a16="http://schemas.microsoft.com/office/drawing/2014/main" id="{B55E400B-F006-1CDC-75AA-602034863E8E}"/>
              </a:ext>
            </a:extLst>
          </p:cNvPr>
          <p:cNvSpPr>
            <a:spLocks noGrp="1" noChangeArrowheads="1"/>
          </p:cNvSpPr>
          <p:nvPr>
            <p:ph type="title"/>
          </p:nvPr>
        </p:nvSpPr>
        <p:spPr>
          <a:xfrm>
            <a:off x="457200" y="217488"/>
            <a:ext cx="8420100" cy="1246187"/>
          </a:xfrm>
        </p:spPr>
        <p:txBody>
          <a:bodyP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IMORTANCE &amp; ADOPTION OF SMART SENSOR</a:t>
            </a:r>
          </a:p>
        </p:txBody>
      </p:sp>
    </p:spTree>
  </p:cSld>
  <p:clrMapOvr>
    <a:masterClrMapping/>
  </p:clrMapOvr>
  <p:transition spd="med">
    <p:wipe dir="u"/>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
            <a:extLst>
              <a:ext uri="{FF2B5EF4-FFF2-40B4-BE49-F238E27FC236}">
                <a16:creationId xmlns:a16="http://schemas.microsoft.com/office/drawing/2014/main" id="{467DE85F-5E0A-21B4-C457-F9491CDB1B7D}"/>
              </a:ext>
            </a:extLst>
          </p:cNvPr>
          <p:cNvSpPr txBox="1">
            <a:spLocks noChangeArrowheads="1"/>
          </p:cNvSpPr>
          <p:nvPr/>
        </p:nvSpPr>
        <p:spPr bwMode="auto">
          <a:xfrm>
            <a:off x="533400" y="228600"/>
            <a:ext cx="7467600" cy="131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ctr"/>
          <a:lstStyle>
            <a:lvl1pPr marL="460375" indent="-457200">
              <a:lnSpc>
                <a:spcPct val="93000"/>
              </a:lnSpc>
              <a:spcAft>
                <a:spcPts val="1425"/>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0375" algn="l"/>
                <a:tab pos="917575" algn="l"/>
                <a:tab pos="1374775" algn="l"/>
                <a:tab pos="1831975" algn="l"/>
                <a:tab pos="2289175" algn="l"/>
                <a:tab pos="2746375" algn="l"/>
                <a:tab pos="3203575" algn="l"/>
                <a:tab pos="3660775" algn="l"/>
                <a:tab pos="4117975" algn="l"/>
                <a:tab pos="4575175" algn="l"/>
                <a:tab pos="5032375" algn="l"/>
                <a:tab pos="5489575" algn="l"/>
                <a:tab pos="5946775" algn="l"/>
                <a:tab pos="6403975" algn="l"/>
                <a:tab pos="6861175" algn="l"/>
                <a:tab pos="7318375" algn="l"/>
                <a:tab pos="7775575" algn="l"/>
                <a:tab pos="8232775" algn="l"/>
                <a:tab pos="8689975" algn="l"/>
                <a:tab pos="9147175" algn="l"/>
                <a:tab pos="9604375" algn="l"/>
              </a:tabLst>
              <a:defRPr sz="2000">
                <a:solidFill>
                  <a:srgbClr val="000000"/>
                </a:solidFill>
                <a:latin typeface="Arial" panose="020B0604020202020204" pitchFamily="34" charset="0"/>
                <a:cs typeface="Arial Unicode MS" charset="0"/>
              </a:defRPr>
            </a:lvl9pPr>
          </a:lstStyle>
          <a:p>
            <a:pPr algn="ctr" eaLnBrk="1" hangingPunct="1">
              <a:lnSpc>
                <a:spcPct val="80000"/>
              </a:lnSpc>
              <a:spcBef>
                <a:spcPts val="300"/>
              </a:spcBef>
              <a:spcAft>
                <a:spcPct val="0"/>
              </a:spcAft>
              <a:buClrTx/>
              <a:buFontTx/>
              <a:buNone/>
            </a:pPr>
            <a:br>
              <a:rPr lang="en-US" altLang="en-US" sz="4200" b="1" i="1">
                <a:solidFill>
                  <a:srgbClr val="C90016"/>
                </a:solidFill>
                <a:cs typeface="DejaVu Sans" charset="0"/>
              </a:rPr>
            </a:br>
            <a:r>
              <a:rPr lang="en-US" altLang="en-US" sz="4200" b="1">
                <a:solidFill>
                  <a:srgbClr val="800000"/>
                </a:solidFill>
                <a:cs typeface="DejaVu Sans" charset="0"/>
              </a:rPr>
              <a:t>ENHANCEMENT OF APPLICATION</a:t>
            </a:r>
            <a:br>
              <a:rPr lang="en-US" altLang="en-US" b="1" u="sng">
                <a:cs typeface="DejaVu Sans" charset="0"/>
              </a:rPr>
            </a:br>
            <a:endParaRPr lang="en-US" altLang="en-US" b="1" u="sng">
              <a:cs typeface="DejaVu Sans" charset="0"/>
            </a:endParaRPr>
          </a:p>
        </p:txBody>
      </p:sp>
      <p:sp>
        <p:nvSpPr>
          <p:cNvPr id="21506" name="Text Box 2">
            <a:extLst>
              <a:ext uri="{FF2B5EF4-FFF2-40B4-BE49-F238E27FC236}">
                <a16:creationId xmlns:a16="http://schemas.microsoft.com/office/drawing/2014/main" id="{6E1395F0-C928-EAE5-3756-D48F22381532}"/>
              </a:ext>
            </a:extLst>
          </p:cNvPr>
          <p:cNvSpPr txBox="1">
            <a:spLocks noChangeArrowheads="1"/>
          </p:cNvSpPr>
          <p:nvPr/>
        </p:nvSpPr>
        <p:spPr bwMode="auto">
          <a:xfrm>
            <a:off x="533400" y="1752600"/>
            <a:ext cx="7278688" cy="4876800"/>
          </a:xfrm>
          <a:prstGeom prst="rect">
            <a:avLst/>
          </a:prstGeom>
          <a:noFill/>
          <a:ln w="9525">
            <a:noFill/>
            <a:round/>
            <a:headEnd/>
            <a:tailEnd/>
          </a:ln>
          <a:effectLst/>
        </p:spPr>
        <p:txBody>
          <a:bodyPr lIns="0" tIns="28080" rIns="0" bIns="0"/>
          <a:lstStyle/>
          <a:p>
            <a:pPr marL="571500" indent="-571500" eaLnBrk="1" hangingPunct="1">
              <a:lnSpc>
                <a:spcPct val="80000"/>
              </a:lnSpc>
              <a:spcBef>
                <a:spcPts val="300"/>
              </a:spcBef>
              <a:spcAft>
                <a:spcPts val="1425"/>
              </a:spcAft>
              <a:buClr>
                <a:srgbClr val="CC0000"/>
              </a:buClr>
              <a:buSzPct val="100000"/>
              <a:buFont typeface="+mj-lt"/>
              <a:buAutoNum type="romanU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lang="en-US" sz="2600" b="1" dirty="0">
                <a:solidFill>
                  <a:srgbClr val="000000"/>
                </a:solidFill>
                <a:latin typeface="Arial" charset="0"/>
                <a:cs typeface="+mn-cs"/>
              </a:rPr>
              <a:t>Self Calibration </a:t>
            </a:r>
            <a:r>
              <a:rPr lang="en-US" sz="2600" dirty="0">
                <a:solidFill>
                  <a:srgbClr val="000000"/>
                </a:solidFill>
                <a:latin typeface="Arial" charset="0"/>
                <a:cs typeface="+mn-cs"/>
              </a:rPr>
              <a:t>:It means adjusting some parameters of sensor during fabrication this can be either gain or offset or both. </a:t>
            </a:r>
          </a:p>
          <a:p>
            <a:pPr marL="571500" indent="-571500" eaLnBrk="1" hangingPunct="1">
              <a:lnSpc>
                <a:spcPct val="80000"/>
              </a:lnSpc>
              <a:spcBef>
                <a:spcPts val="300"/>
              </a:spcBef>
              <a:spcAft>
                <a:spcPts val="1425"/>
              </a:spcAft>
              <a:buClr>
                <a:srgbClr val="CC0000"/>
              </a:buClr>
              <a:buSzPct val="100000"/>
              <a:buFont typeface="+mj-lt"/>
              <a:buAutoNum type="romanU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lang="en-US" sz="2600" b="1" dirty="0">
                <a:solidFill>
                  <a:srgbClr val="000000"/>
                </a:solidFill>
                <a:latin typeface="Arial" charset="0"/>
                <a:cs typeface="+mn-cs"/>
              </a:rPr>
              <a:t>Computation</a:t>
            </a:r>
            <a:r>
              <a:rPr lang="en-US" sz="2600" dirty="0">
                <a:solidFill>
                  <a:srgbClr val="000000"/>
                </a:solidFill>
                <a:latin typeface="Arial" charset="0"/>
                <a:cs typeface="+mn-cs"/>
              </a:rPr>
              <a:t> : Computation  is also allows one to obtain the average, variance and standard deviation for the set of measurements.</a:t>
            </a:r>
          </a:p>
          <a:p>
            <a:pPr marL="571500" indent="-571500" eaLnBrk="1" hangingPunct="1">
              <a:lnSpc>
                <a:spcPct val="80000"/>
              </a:lnSpc>
              <a:spcBef>
                <a:spcPts val="300"/>
              </a:spcBef>
              <a:spcAft>
                <a:spcPts val="1425"/>
              </a:spcAft>
              <a:buClr>
                <a:srgbClr val="CC0000"/>
              </a:buClr>
              <a:buSzPct val="100000"/>
              <a:buFont typeface="+mj-lt"/>
              <a:buAutoNum type="romanU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lang="en-US" sz="2600" b="1" dirty="0">
                <a:solidFill>
                  <a:srgbClr val="000000"/>
                </a:solidFill>
                <a:latin typeface="Arial" charset="0"/>
                <a:cs typeface="+mn-cs"/>
              </a:rPr>
              <a:t>Communication</a:t>
            </a:r>
            <a:r>
              <a:rPr lang="en-US" sz="2600" dirty="0">
                <a:solidFill>
                  <a:srgbClr val="000000"/>
                </a:solidFill>
                <a:latin typeface="Arial" charset="0"/>
                <a:cs typeface="+mn-cs"/>
              </a:rPr>
              <a:t> : Communication is the means of exchanging or conveying information.</a:t>
            </a:r>
          </a:p>
          <a:p>
            <a:pPr marL="571500" indent="-571500" eaLnBrk="1" hangingPunct="1">
              <a:lnSpc>
                <a:spcPct val="80000"/>
              </a:lnSpc>
              <a:spcBef>
                <a:spcPts val="300"/>
              </a:spcBef>
              <a:spcAft>
                <a:spcPts val="1425"/>
              </a:spcAft>
              <a:buClr>
                <a:srgbClr val="CC0000"/>
              </a:buClr>
              <a:buSzPct val="100000"/>
              <a:buFont typeface="+mj-lt"/>
              <a:buAutoNum type="romanU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lang="en-US" sz="2600" b="1" dirty="0">
                <a:solidFill>
                  <a:srgbClr val="000000"/>
                </a:solidFill>
                <a:latin typeface="Arial" charset="0"/>
                <a:cs typeface="+mn-cs"/>
              </a:rPr>
              <a:t>Multi sensing </a:t>
            </a:r>
            <a:r>
              <a:rPr lang="en-US" sz="2600" dirty="0">
                <a:solidFill>
                  <a:srgbClr val="000000"/>
                </a:solidFill>
                <a:latin typeface="Arial" charset="0"/>
                <a:cs typeface="+mn-cs"/>
              </a:rPr>
              <a:t>: Some smart sensor has to measure more than one physical  or chemical variable simultaneously  </a:t>
            </a:r>
          </a:p>
          <a:p>
            <a:pPr marL="457200" indent="-457200">
              <a:lnSpc>
                <a:spcPct val="93000"/>
              </a:lnSpc>
              <a:spcAft>
                <a:spcPts val="1425"/>
              </a:spcAft>
              <a:buSzPct val="1000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lang="en-US" dirty="0">
              <a:solidFill>
                <a:srgbClr val="000000"/>
              </a:solidFill>
              <a:latin typeface="Arial" charset="0"/>
              <a:cs typeface="+mn-cs"/>
            </a:endParaRPr>
          </a:p>
        </p:txBody>
      </p:sp>
    </p:spTree>
  </p:cSld>
  <p:clrMapOvr>
    <a:masterClrMapping/>
  </p:clrMapOvr>
  <p:transition spd="med">
    <p:wipe dir="r"/>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
            <a:extLst>
              <a:ext uri="{FF2B5EF4-FFF2-40B4-BE49-F238E27FC236}">
                <a16:creationId xmlns:a16="http://schemas.microsoft.com/office/drawing/2014/main" id="{931E74FF-D091-BC70-73C0-254DF232EB05}"/>
              </a:ext>
            </a:extLst>
          </p:cNvPr>
          <p:cNvSpPr txBox="1">
            <a:spLocks noChangeArrowheads="1"/>
          </p:cNvSpPr>
          <p:nvPr/>
        </p:nvSpPr>
        <p:spPr bwMode="auto">
          <a:xfrm>
            <a:off x="574675" y="147638"/>
            <a:ext cx="8001000"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sz="4200" b="1">
                <a:solidFill>
                  <a:srgbClr val="800000"/>
                </a:solidFill>
                <a:cs typeface="DejaVu Sans" charset="0"/>
              </a:rPr>
              <a:t>FUNCTIONS WITHIN ELECTRONICS</a:t>
            </a:r>
          </a:p>
        </p:txBody>
      </p:sp>
      <p:sp>
        <p:nvSpPr>
          <p:cNvPr id="38915" name="Text Box 2">
            <a:extLst>
              <a:ext uri="{FF2B5EF4-FFF2-40B4-BE49-F238E27FC236}">
                <a16:creationId xmlns:a16="http://schemas.microsoft.com/office/drawing/2014/main" id="{9D8FEAE2-BACB-BE35-44A2-7506BF30FAC6}"/>
              </a:ext>
            </a:extLst>
          </p:cNvPr>
          <p:cNvSpPr txBox="1">
            <a:spLocks noChangeArrowheads="1"/>
          </p:cNvSpPr>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457200" indent="-457200">
              <a:lnSpc>
                <a:spcPct val="93000"/>
              </a:lnSpc>
              <a:spcAft>
                <a:spcPts val="142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Arial" panose="020B0604020202020204" pitchFamily="34" charset="0"/>
                <a:cs typeface="Arial Unicode MS" charset="0"/>
              </a:defRPr>
            </a:lvl9pPr>
          </a:lstStyle>
          <a:p>
            <a:pPr eaLnBrk="1" hangingPunct="1">
              <a:lnSpc>
                <a:spcPct val="90000"/>
              </a:lnSpc>
              <a:spcBef>
                <a:spcPts val="500"/>
              </a:spcBef>
              <a:spcAft>
                <a:spcPct val="0"/>
              </a:spcAft>
              <a:buClr>
                <a:srgbClr val="CC0000"/>
              </a:buClr>
              <a:buFont typeface="Wingdings" panose="05000000000000000000" pitchFamily="2" charset="2"/>
              <a:buChar char="q"/>
            </a:pPr>
            <a:r>
              <a:rPr lang="en-US" altLang="en-US" sz="2000">
                <a:cs typeface="DejaVu Sans" charset="0"/>
              </a:rPr>
              <a:t>Many a times it is required to alter the sensor excitation over the operating range of a SENSOR. An example of this is SILICON Wheatstone  bridge, where the drive voltage is increased with increasing temperature </a:t>
            </a:r>
          </a:p>
          <a:p>
            <a:pPr algn="ctr" eaLnBrk="1" hangingPunct="1">
              <a:lnSpc>
                <a:spcPct val="90000"/>
              </a:lnSpc>
              <a:spcBef>
                <a:spcPts val="500"/>
              </a:spcBef>
              <a:spcAft>
                <a:spcPct val="0"/>
              </a:spcAft>
              <a:buClrTx/>
              <a:buFontTx/>
              <a:buNone/>
            </a:pPr>
            <a:r>
              <a:rPr lang="en-US" altLang="en-US" sz="2000" b="1" u="sng">
                <a:cs typeface="DejaVu Sans" charset="0"/>
              </a:rPr>
              <a:t>ANALOG INPUT</a:t>
            </a:r>
          </a:p>
          <a:p>
            <a:pPr eaLnBrk="1" hangingPunct="1">
              <a:lnSpc>
                <a:spcPct val="90000"/>
              </a:lnSpc>
              <a:spcBef>
                <a:spcPts val="500"/>
              </a:spcBef>
              <a:spcAft>
                <a:spcPct val="0"/>
              </a:spcAft>
              <a:buClr>
                <a:srgbClr val="CC0000"/>
              </a:buClr>
              <a:buFont typeface="Wingdings" panose="05000000000000000000" pitchFamily="2" charset="2"/>
              <a:buChar char="q"/>
            </a:pPr>
            <a:r>
              <a:rPr lang="en-US" altLang="en-US" sz="2000">
                <a:cs typeface="DejaVu Sans" charset="0"/>
              </a:rPr>
              <a:t>Multiplexing of inputs can be  done to avoid duplication of circuits in multiplexing inputs of same type and range are switched to a common front end.</a:t>
            </a:r>
          </a:p>
          <a:p>
            <a:pPr algn="ctr" eaLnBrk="1" hangingPunct="1">
              <a:lnSpc>
                <a:spcPct val="90000"/>
              </a:lnSpc>
              <a:spcBef>
                <a:spcPts val="500"/>
              </a:spcBef>
              <a:spcAft>
                <a:spcPct val="0"/>
              </a:spcAft>
              <a:buClrTx/>
              <a:buFontTx/>
              <a:buNone/>
            </a:pPr>
            <a:r>
              <a:rPr lang="en-US" altLang="en-US" sz="2000" b="1" u="sng">
                <a:cs typeface="DejaVu Sans" charset="0"/>
              </a:rPr>
              <a:t>DATA CONVERSION</a:t>
            </a:r>
            <a:r>
              <a:rPr lang="en-US" altLang="en-US" sz="2000" b="1">
                <a:cs typeface="DejaVu Sans" charset="0"/>
              </a:rPr>
              <a:t> </a:t>
            </a:r>
          </a:p>
          <a:p>
            <a:pPr eaLnBrk="1" hangingPunct="1">
              <a:lnSpc>
                <a:spcPct val="90000"/>
              </a:lnSpc>
              <a:spcBef>
                <a:spcPts val="500"/>
              </a:spcBef>
              <a:spcAft>
                <a:spcPct val="0"/>
              </a:spcAft>
              <a:buClr>
                <a:srgbClr val="C00000"/>
              </a:buClr>
              <a:buFont typeface="Wingdings" panose="05000000000000000000" pitchFamily="2" charset="2"/>
              <a:buChar char="q"/>
            </a:pPr>
            <a:r>
              <a:rPr lang="en-US" altLang="en-US" sz="2000">
                <a:cs typeface="DejaVu Sans" charset="0"/>
              </a:rPr>
              <a:t>In case of Smart sensor most of the signal processing in digital form this is possible we have an ADC along with an Anti-aliasing filter.</a:t>
            </a:r>
          </a:p>
          <a:p>
            <a:pPr eaLnBrk="1" hangingPunct="1">
              <a:lnSpc>
                <a:spcPct val="90000"/>
              </a:lnSpc>
              <a:spcBef>
                <a:spcPts val="500"/>
              </a:spcBef>
              <a:spcAft>
                <a:spcPct val="0"/>
              </a:spcAft>
              <a:buClrTx/>
              <a:buFontTx/>
              <a:buNone/>
            </a:pPr>
            <a:endParaRPr lang="en-US" altLang="en-US" sz="2000">
              <a:cs typeface="DejaVu Sans" charset="0"/>
            </a:endParaRPr>
          </a:p>
        </p:txBody>
      </p:sp>
    </p:spTree>
  </p:cSld>
  <p:clrMapOvr>
    <a:masterClrMapping/>
  </p:clrMapOvr>
  <p:transition spd="med">
    <p:wipe/>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1">
            <a:extLst>
              <a:ext uri="{FF2B5EF4-FFF2-40B4-BE49-F238E27FC236}">
                <a16:creationId xmlns:a16="http://schemas.microsoft.com/office/drawing/2014/main" id="{72EE93C4-ACBE-0B83-DE5E-66572093406A}"/>
              </a:ext>
            </a:extLst>
          </p:cNvPr>
          <p:cNvSpPr txBox="1">
            <a:spLocks noChangeArrowheads="1"/>
          </p:cNvSpPr>
          <p:nvPr/>
        </p:nvSpPr>
        <p:spPr bwMode="auto">
          <a:xfrm>
            <a:off x="3298825" y="220663"/>
            <a:ext cx="5580063"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cs typeface="Arial Unicode MS" charset="0"/>
            </a:endParaRPr>
          </a:p>
        </p:txBody>
      </p:sp>
      <p:sp>
        <p:nvSpPr>
          <p:cNvPr id="40963" name="Text Box 2">
            <a:extLst>
              <a:ext uri="{FF2B5EF4-FFF2-40B4-BE49-F238E27FC236}">
                <a16:creationId xmlns:a16="http://schemas.microsoft.com/office/drawing/2014/main" id="{2C861898-AEBD-445D-D8EC-E8D4C9C17908}"/>
              </a:ext>
            </a:extLst>
          </p:cNvPr>
          <p:cNvSpPr txBox="1">
            <a:spLocks noChangeArrowheads="1"/>
          </p:cNvSpPr>
          <p:nvPr/>
        </p:nvSpPr>
        <p:spPr bwMode="auto">
          <a:xfrm>
            <a:off x="457200" y="1371600"/>
            <a:ext cx="8388350" cy="139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28080" rIns="0" bIns="0"/>
          <a:lstStyle>
            <a:lvl1pPr marL="339725" indent="-339725">
              <a:lnSpc>
                <a:spcPct val="93000"/>
              </a:lnSpc>
              <a:spcAft>
                <a:spcPts val="1425"/>
              </a:spcAft>
              <a:buClr>
                <a:srgbClr val="000000"/>
              </a:buClr>
              <a:buSzPct val="100000"/>
              <a:buFont typeface="Times New Roman" panose="02020603050405020304" pitchFamily="18"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cs typeface="Arial Unicode MS" charset="0"/>
              </a:defRPr>
            </a:lvl9pPr>
          </a:lstStyle>
          <a:p>
            <a:pPr>
              <a:buFont typeface="Times New Roman" panose="02020603050405020304" pitchFamily="18" charset="0"/>
              <a:buNone/>
            </a:pPr>
            <a:r>
              <a:rPr lang="en-US" altLang="en-US" sz="2000" b="1" i="1">
                <a:cs typeface="DejaVu Sans" charset="0"/>
              </a:rPr>
              <a:t>                </a:t>
            </a:r>
            <a:r>
              <a:rPr lang="en-US" altLang="en-US" sz="2200" b="1" i="1" u="sng">
                <a:cs typeface="DejaVu Sans" charset="0"/>
              </a:rPr>
              <a:t>Monitoring and diagnostic functions</a:t>
            </a:r>
          </a:p>
          <a:p>
            <a:pPr>
              <a:buClr>
                <a:srgbClr val="C00000"/>
              </a:buClr>
              <a:buFont typeface="Wingdings" panose="05000000000000000000" pitchFamily="2" charset="2"/>
              <a:buChar char="q"/>
            </a:pPr>
            <a:r>
              <a:rPr lang="en-US" altLang="en-US" sz="2200">
                <a:cs typeface="DejaVu Sans" charset="0"/>
              </a:rPr>
              <a:t>  In many applications self-test is required. This self-test includes             connectivity checking and long-term offset correction.</a:t>
            </a:r>
          </a:p>
          <a:p>
            <a:pPr>
              <a:buFont typeface="Times New Roman" panose="02020603050405020304" pitchFamily="18" charset="0"/>
              <a:buNone/>
            </a:pPr>
            <a:endParaRPr lang="en-US" altLang="en-US" sz="2200">
              <a:cs typeface="DejaVu Sans" charset="0"/>
            </a:endParaRPr>
          </a:p>
          <a:p>
            <a:pPr>
              <a:buClrTx/>
              <a:buFontTx/>
              <a:buNone/>
            </a:pPr>
            <a:endParaRPr lang="en-US" altLang="en-US" sz="2200">
              <a:cs typeface="DejaVu Sans" charset="0"/>
            </a:endParaRPr>
          </a:p>
          <a:p>
            <a:pPr>
              <a:buClrTx/>
              <a:buFontTx/>
              <a:buNone/>
            </a:pPr>
            <a:endParaRPr lang="en-US" altLang="en-US" sz="2200">
              <a:cs typeface="DejaVu Sans" charset="0"/>
            </a:endParaRPr>
          </a:p>
        </p:txBody>
      </p:sp>
      <p:sp>
        <p:nvSpPr>
          <p:cNvPr id="40964" name="Text Box 3">
            <a:extLst>
              <a:ext uri="{FF2B5EF4-FFF2-40B4-BE49-F238E27FC236}">
                <a16:creationId xmlns:a16="http://schemas.microsoft.com/office/drawing/2014/main" id="{E576C1AD-8334-28CD-38D6-A211DDBEA561}"/>
              </a:ext>
            </a:extLst>
          </p:cNvPr>
          <p:cNvSpPr txBox="1">
            <a:spLocks noChangeArrowheads="1"/>
          </p:cNvSpPr>
          <p:nvPr/>
        </p:nvSpPr>
        <p:spPr bwMode="auto">
          <a:xfrm>
            <a:off x="381000" y="2743200"/>
            <a:ext cx="86899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ClrTx/>
              <a:buFontTx/>
              <a:buNone/>
            </a:pPr>
            <a:r>
              <a:rPr lang="en-US" altLang="en-US" sz="2200" b="1">
                <a:cs typeface="DejaVu Sans" charset="0"/>
              </a:rPr>
              <a:t>                          </a:t>
            </a:r>
            <a:r>
              <a:rPr lang="en-US" altLang="en-US" sz="2200" b="1" u="sng">
                <a:cs typeface="DejaVu Sans" charset="0"/>
              </a:rPr>
              <a:t>Digital data bus interface</a:t>
            </a:r>
          </a:p>
          <a:p>
            <a:pPr>
              <a:lnSpc>
                <a:spcPct val="100000"/>
              </a:lnSpc>
              <a:spcAft>
                <a:spcPct val="0"/>
              </a:spcAft>
              <a:buClr>
                <a:srgbClr val="C00000"/>
              </a:buClr>
              <a:buSzTx/>
              <a:buFont typeface="Wingdings" panose="05000000000000000000" pitchFamily="2" charset="2"/>
              <a:buChar char="q"/>
            </a:pPr>
            <a:r>
              <a:rPr lang="en-US" altLang="en-US" sz="2200">
                <a:cs typeface="DejaVu Sans" charset="0"/>
              </a:rPr>
              <a:t>   The controller embedded in the smart sensor supports                             communications by digital data bus. The advantages of this are:</a:t>
            </a:r>
          </a:p>
          <a:p>
            <a:pPr>
              <a:lnSpc>
                <a:spcPct val="100000"/>
              </a:lnSpc>
              <a:spcAft>
                <a:spcPct val="0"/>
              </a:spcAft>
              <a:buClr>
                <a:srgbClr val="800000"/>
              </a:buClr>
              <a:buFont typeface="Times New Roman" panose="02020603050405020304" pitchFamily="18" charset="0"/>
              <a:buAutoNum type="romanUcPeriod"/>
            </a:pPr>
            <a:r>
              <a:rPr lang="en-US" altLang="en-US" sz="2200">
                <a:cs typeface="DejaVu Sans" charset="0"/>
              </a:rPr>
              <a:t>   Wiring is reduced considerably</a:t>
            </a:r>
          </a:p>
          <a:p>
            <a:pPr>
              <a:lnSpc>
                <a:spcPct val="100000"/>
              </a:lnSpc>
              <a:spcAft>
                <a:spcPct val="0"/>
              </a:spcAft>
              <a:buClr>
                <a:srgbClr val="800000"/>
              </a:buClr>
              <a:buFont typeface="Times New Roman" panose="02020603050405020304" pitchFamily="18" charset="0"/>
              <a:buAutoNum type="romanUcPeriod"/>
            </a:pPr>
            <a:r>
              <a:rPr lang="en-US" altLang="en-US" sz="2200">
                <a:cs typeface="DejaVu Sans" charset="0"/>
              </a:rPr>
              <a:t>  Automatic calibration at production can be simplified</a:t>
            </a:r>
            <a:r>
              <a:rPr lang="en-US" altLang="en-US" sz="2200">
                <a:solidFill>
                  <a:srgbClr val="FFFFFF"/>
                </a:solidFill>
                <a:cs typeface="DejaVu Sans" charset="0"/>
              </a:rPr>
              <a:t>.</a:t>
            </a:r>
          </a:p>
        </p:txBody>
      </p:sp>
      <p:sp>
        <p:nvSpPr>
          <p:cNvPr id="40965" name="Text Box 4">
            <a:extLst>
              <a:ext uri="{FF2B5EF4-FFF2-40B4-BE49-F238E27FC236}">
                <a16:creationId xmlns:a16="http://schemas.microsoft.com/office/drawing/2014/main" id="{D26B96D6-F3ED-883E-89AD-5E1147B6A8AC}"/>
              </a:ext>
            </a:extLst>
          </p:cNvPr>
          <p:cNvSpPr txBox="1">
            <a:spLocks noChangeArrowheads="1"/>
          </p:cNvSpPr>
          <p:nvPr/>
        </p:nvSpPr>
        <p:spPr bwMode="auto">
          <a:xfrm>
            <a:off x="457200" y="4572000"/>
            <a:ext cx="8458200"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ClrTx/>
              <a:buFontTx/>
              <a:buNone/>
            </a:pPr>
            <a:r>
              <a:rPr lang="en-US" altLang="en-US" sz="2200" b="1">
                <a:cs typeface="DejaVu Sans" charset="0"/>
              </a:rPr>
              <a:t>                                 </a:t>
            </a:r>
            <a:r>
              <a:rPr lang="en-US" altLang="en-US" sz="2200" b="1" u="sng">
                <a:cs typeface="DejaVu Sans" charset="0"/>
              </a:rPr>
              <a:t>Control processor</a:t>
            </a:r>
          </a:p>
          <a:p>
            <a:pPr>
              <a:lnSpc>
                <a:spcPct val="100000"/>
              </a:lnSpc>
              <a:spcAft>
                <a:spcPct val="0"/>
              </a:spcAft>
              <a:buClr>
                <a:srgbClr val="C00000"/>
              </a:buClr>
              <a:buFont typeface="Wingdings" panose="05000000000000000000" pitchFamily="2" charset="2"/>
              <a:buChar char="q"/>
            </a:pPr>
            <a:r>
              <a:rPr lang="en-US" altLang="en-US" sz="2200">
                <a:cs typeface="DejaVu Sans" charset="0"/>
              </a:rPr>
              <a:t>   To provide greater flexibility and reduced complexity, a control                                                                                    processor can be used. Control processor can do digital filtering.             Another important point is software development. Processor must allow writing codes in higher language as it reduces the                   development time.</a:t>
            </a:r>
          </a:p>
        </p:txBody>
      </p:sp>
      <p:sp>
        <p:nvSpPr>
          <p:cNvPr id="40966" name="Text Box 5">
            <a:extLst>
              <a:ext uri="{FF2B5EF4-FFF2-40B4-BE49-F238E27FC236}">
                <a16:creationId xmlns:a16="http://schemas.microsoft.com/office/drawing/2014/main" id="{CCD3F31D-C6BA-7D15-6B2C-E990841D1C29}"/>
              </a:ext>
            </a:extLst>
          </p:cNvPr>
          <p:cNvSpPr txBox="1">
            <a:spLocks noChangeArrowheads="1"/>
          </p:cNvSpPr>
          <p:nvPr/>
        </p:nvSpPr>
        <p:spPr bwMode="auto">
          <a:xfrm>
            <a:off x="30163" y="228600"/>
            <a:ext cx="38560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ctr"/>
          <a:lstStyle>
            <a:lvl1pPr>
              <a:lnSpc>
                <a:spcPct val="93000"/>
              </a:lnSpc>
              <a:spcAft>
                <a:spcPts val="1425"/>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9pPr>
          </a:lstStyle>
          <a:p>
            <a:pPr algn="ctr">
              <a:buFont typeface="Times New Roman" panose="02020603050405020304" pitchFamily="18" charset="0"/>
              <a:buNone/>
            </a:pPr>
            <a:r>
              <a:rPr lang="en-US" altLang="en-US">
                <a:solidFill>
                  <a:srgbClr val="800000"/>
                </a:solidFill>
                <a:cs typeface="DejaVu Sans" charset="0"/>
              </a:rPr>
              <a:t>To be continue...</a:t>
            </a:r>
          </a:p>
        </p:txBody>
      </p:sp>
    </p:spTree>
  </p:cSld>
  <p:clrMapOvr>
    <a:masterClrMapping/>
  </p:clrMapOvr>
  <p:transition spd="med">
    <p:wipe dir="d"/>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1">
            <a:extLst>
              <a:ext uri="{FF2B5EF4-FFF2-40B4-BE49-F238E27FC236}">
                <a16:creationId xmlns:a16="http://schemas.microsoft.com/office/drawing/2014/main" id="{81C65C02-3CDF-57BA-2C29-5C1E3435ACDF}"/>
              </a:ext>
            </a:extLst>
          </p:cNvPr>
          <p:cNvSpPr txBox="1">
            <a:spLocks noChangeArrowheads="1"/>
          </p:cNvSpPr>
          <p:nvPr/>
        </p:nvSpPr>
        <p:spPr bwMode="auto">
          <a:xfrm>
            <a:off x="533400" y="3048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ctr"/>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a:spcAft>
                <a:spcPct val="0"/>
              </a:spcAft>
              <a:buClrTx/>
              <a:buFontTx/>
              <a:buNone/>
            </a:pPr>
            <a:r>
              <a:rPr lang="en-US" altLang="en-US" sz="4200" b="1">
                <a:solidFill>
                  <a:srgbClr val="800000"/>
                </a:solidFill>
                <a:cs typeface="DejaVu Sans" charset="0"/>
              </a:rPr>
              <a:t>IMPROVEMENT  IN CHARACTERISTICS</a:t>
            </a:r>
            <a:r>
              <a:rPr lang="en-US" altLang="en-US" b="1">
                <a:solidFill>
                  <a:srgbClr val="800000"/>
                </a:solidFill>
                <a:cs typeface="DejaVu Sans" charset="0"/>
              </a:rPr>
              <a:t> </a:t>
            </a:r>
          </a:p>
        </p:txBody>
      </p:sp>
      <p:sp>
        <p:nvSpPr>
          <p:cNvPr id="43011" name="Text Box 2">
            <a:extLst>
              <a:ext uri="{FF2B5EF4-FFF2-40B4-BE49-F238E27FC236}">
                <a16:creationId xmlns:a16="http://schemas.microsoft.com/office/drawing/2014/main" id="{2588FD65-52CE-4B59-9F82-8C677F21F399}"/>
              </a:ext>
            </a:extLst>
          </p:cNvPr>
          <p:cNvSpPr txBox="1">
            <a:spLocks noChangeArrowheads="1"/>
          </p:cNvSpPr>
          <p:nvPr/>
        </p:nvSpPr>
        <p:spPr bwMode="auto">
          <a:xfrm>
            <a:off x="685800" y="1828800"/>
            <a:ext cx="7772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28080" rIns="0" bIns="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buClr>
                <a:srgbClr val="800000"/>
              </a:buClr>
              <a:buFont typeface="Times New Roman" panose="02020603050405020304" pitchFamily="18" charset="0"/>
              <a:buAutoNum type="romanUcPeriod"/>
            </a:pPr>
            <a:r>
              <a:rPr lang="en-US" altLang="en-US" sz="2200" b="1">
                <a:cs typeface="DejaVu Sans" charset="0"/>
              </a:rPr>
              <a:t>Non-linearity:</a:t>
            </a:r>
            <a:r>
              <a:rPr lang="en-US" altLang="en-US" sz="2200" i="1">
                <a:cs typeface="DejaVu Sans" charset="0"/>
              </a:rPr>
              <a:t> Many of the sensors show some non-linearity, by using on-chip feedback systems or look- up tables</a:t>
            </a:r>
            <a:r>
              <a:rPr lang="en-US" altLang="en-US" sz="2200">
                <a:cs typeface="DejaVu Sans" charset="0"/>
              </a:rPr>
              <a:t> we can improve linearity.</a:t>
            </a:r>
          </a:p>
          <a:p>
            <a:pPr>
              <a:buClr>
                <a:srgbClr val="800000"/>
              </a:buClr>
              <a:buFont typeface="Times New Roman" panose="02020603050405020304" pitchFamily="18" charset="0"/>
              <a:buAutoNum type="romanUcPeriod"/>
            </a:pPr>
            <a:r>
              <a:rPr lang="en-US" altLang="en-US" sz="2200" b="1">
                <a:cs typeface="DejaVu Sans" charset="0"/>
              </a:rPr>
              <a:t>Cross-sensitivity:</a:t>
            </a:r>
            <a:r>
              <a:rPr lang="en-US" altLang="en-US" sz="2200" i="1">
                <a:cs typeface="DejaVu Sans" charset="0"/>
              </a:rPr>
              <a:t> Most of the sensors show an undesirable sensitivity to strain and temperature. </a:t>
            </a:r>
            <a:r>
              <a:rPr lang="en-US" altLang="en-US" sz="2200">
                <a:cs typeface="DejaVu Sans" charset="0"/>
              </a:rPr>
              <a:t>Incorporating relevant sensing elements and circuits on the same chip can reduce the cross-sensitivity.</a:t>
            </a:r>
          </a:p>
          <a:p>
            <a:pPr>
              <a:buClr>
                <a:srgbClr val="800000"/>
              </a:buClr>
              <a:buFont typeface="Times New Roman" panose="02020603050405020304" pitchFamily="18" charset="0"/>
              <a:buAutoNum type="romanUcPeriod"/>
            </a:pPr>
            <a:r>
              <a:rPr lang="en-US" altLang="en-US" sz="2200" b="1" i="1">
                <a:cs typeface="DejaVu Sans" charset="0"/>
              </a:rPr>
              <a:t>Offset:</a:t>
            </a:r>
            <a:r>
              <a:rPr lang="en-US" altLang="en-US" sz="2200" i="1">
                <a:cs typeface="DejaVu Sans" charset="0"/>
              </a:rPr>
              <a:t> Offset adjustment requires expensive trimming procedures and even this offsets tend to drift. This is </a:t>
            </a:r>
            <a:r>
              <a:rPr lang="en-US" altLang="en-US" sz="2200">
                <a:cs typeface="DejaVu Sans" charset="0"/>
              </a:rPr>
              <a:t>very well reduced by sensitivity reduction method.</a:t>
            </a:r>
          </a:p>
          <a:p>
            <a:pPr>
              <a:buClr>
                <a:srgbClr val="800000"/>
              </a:buClr>
              <a:buFont typeface="Times New Roman" panose="02020603050405020304" pitchFamily="18" charset="0"/>
              <a:buAutoNum type="romanUcPeriod"/>
            </a:pPr>
            <a:r>
              <a:rPr lang="en-US" altLang="en-US" sz="2200" b="1" i="1">
                <a:cs typeface="DejaVu Sans" charset="0"/>
              </a:rPr>
              <a:t>Parameter drift and component values:</a:t>
            </a:r>
            <a:r>
              <a:rPr lang="en-US" altLang="en-US" sz="2200" i="1">
                <a:cs typeface="DejaVu Sans" charset="0"/>
              </a:rPr>
              <a:t> These are functions of time. This can be solved by automatic </a:t>
            </a:r>
            <a:r>
              <a:rPr lang="en-US" altLang="en-US" sz="2200">
                <a:cs typeface="DejaVu Sans" charset="0"/>
              </a:rPr>
              <a:t>calibration.</a:t>
            </a:r>
          </a:p>
        </p:txBody>
      </p:sp>
    </p:spTree>
  </p:cSld>
  <p:clrMapOvr>
    <a:masterClrMapping/>
  </p:clrMapOvr>
  <p:transition spd="med">
    <p:wipe dir="u"/>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1">
            <a:extLst>
              <a:ext uri="{FF2B5EF4-FFF2-40B4-BE49-F238E27FC236}">
                <a16:creationId xmlns:a16="http://schemas.microsoft.com/office/drawing/2014/main" id="{E0356FD7-6A29-352F-E41C-9EE017692060}"/>
              </a:ext>
            </a:extLst>
          </p:cNvPr>
          <p:cNvSpPr txBox="1">
            <a:spLocks noChangeArrowheads="1"/>
          </p:cNvSpPr>
          <p:nvPr/>
        </p:nvSpPr>
        <p:spPr bwMode="auto">
          <a:xfrm>
            <a:off x="574675" y="147638"/>
            <a:ext cx="8001000"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sz="4200" b="1">
                <a:solidFill>
                  <a:srgbClr val="800000"/>
                </a:solidFill>
                <a:cs typeface="DejaVu Sans" charset="0"/>
              </a:rPr>
              <a:t>SUMMARY OF DIFFERENT SMART SENSOR</a:t>
            </a:r>
          </a:p>
        </p:txBody>
      </p:sp>
      <p:sp>
        <p:nvSpPr>
          <p:cNvPr id="45059" name="Text Box 2">
            <a:extLst>
              <a:ext uri="{FF2B5EF4-FFF2-40B4-BE49-F238E27FC236}">
                <a16:creationId xmlns:a16="http://schemas.microsoft.com/office/drawing/2014/main" id="{FAB2F4BF-440F-A6F9-9C43-8C47FD931D6C}"/>
              </a:ext>
            </a:extLst>
          </p:cNvPr>
          <p:cNvSpPr txBox="1">
            <a:spLocks noChangeArrowheads="1"/>
          </p:cNvSpPr>
          <p:nvPr/>
        </p:nvSpPr>
        <p:spPr bwMode="auto">
          <a:xfrm>
            <a:off x="457200" y="18288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469900" indent="-457200">
              <a:lnSpc>
                <a:spcPct val="93000"/>
              </a:lnSpc>
              <a:spcAft>
                <a:spcPts val="1425"/>
              </a:spcAft>
              <a:buClr>
                <a:srgbClr val="000000"/>
              </a:buClr>
              <a:buSzPct val="100000"/>
              <a:buFont typeface="Times New Roman" panose="02020603050405020304" pitchFamily="18" charset="0"/>
              <a:buChar char="•"/>
              <a:tabLst>
                <a:tab pos="469900" algn="l"/>
                <a:tab pos="927100" algn="l"/>
                <a:tab pos="1384300" algn="l"/>
                <a:tab pos="1841500" algn="l"/>
                <a:tab pos="2298700" algn="l"/>
                <a:tab pos="2755900" algn="l"/>
                <a:tab pos="3213100" algn="l"/>
                <a:tab pos="3670300" algn="l"/>
                <a:tab pos="4127500" algn="l"/>
                <a:tab pos="4584700" algn="l"/>
                <a:tab pos="5041900" algn="l"/>
                <a:tab pos="5499100" algn="l"/>
                <a:tab pos="5956300" algn="l"/>
                <a:tab pos="6413500" algn="l"/>
                <a:tab pos="6870700" algn="l"/>
                <a:tab pos="7327900" algn="l"/>
                <a:tab pos="7785100" algn="l"/>
                <a:tab pos="8242300" algn="l"/>
                <a:tab pos="8699500" algn="l"/>
                <a:tab pos="9156700" algn="l"/>
                <a:tab pos="96139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469900" algn="l"/>
                <a:tab pos="927100" algn="l"/>
                <a:tab pos="1384300" algn="l"/>
                <a:tab pos="1841500" algn="l"/>
                <a:tab pos="2298700" algn="l"/>
                <a:tab pos="2755900" algn="l"/>
                <a:tab pos="3213100" algn="l"/>
                <a:tab pos="3670300" algn="l"/>
                <a:tab pos="4127500" algn="l"/>
                <a:tab pos="4584700" algn="l"/>
                <a:tab pos="5041900" algn="l"/>
                <a:tab pos="5499100" algn="l"/>
                <a:tab pos="5956300" algn="l"/>
                <a:tab pos="6413500" algn="l"/>
                <a:tab pos="6870700" algn="l"/>
                <a:tab pos="7327900" algn="l"/>
                <a:tab pos="7785100" algn="l"/>
                <a:tab pos="8242300" algn="l"/>
                <a:tab pos="8699500" algn="l"/>
                <a:tab pos="9156700" algn="l"/>
                <a:tab pos="96139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469900" algn="l"/>
                <a:tab pos="927100" algn="l"/>
                <a:tab pos="1384300" algn="l"/>
                <a:tab pos="1841500" algn="l"/>
                <a:tab pos="2298700" algn="l"/>
                <a:tab pos="2755900" algn="l"/>
                <a:tab pos="3213100" algn="l"/>
                <a:tab pos="3670300" algn="l"/>
                <a:tab pos="4127500" algn="l"/>
                <a:tab pos="4584700" algn="l"/>
                <a:tab pos="5041900" algn="l"/>
                <a:tab pos="5499100" algn="l"/>
                <a:tab pos="5956300" algn="l"/>
                <a:tab pos="6413500" algn="l"/>
                <a:tab pos="6870700" algn="l"/>
                <a:tab pos="7327900" algn="l"/>
                <a:tab pos="7785100" algn="l"/>
                <a:tab pos="8242300" algn="l"/>
                <a:tab pos="8699500" algn="l"/>
                <a:tab pos="9156700" algn="l"/>
                <a:tab pos="96139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469900" algn="l"/>
                <a:tab pos="927100" algn="l"/>
                <a:tab pos="1384300" algn="l"/>
                <a:tab pos="1841500" algn="l"/>
                <a:tab pos="2298700" algn="l"/>
                <a:tab pos="2755900" algn="l"/>
                <a:tab pos="3213100" algn="l"/>
                <a:tab pos="3670300" algn="l"/>
                <a:tab pos="4127500" algn="l"/>
                <a:tab pos="4584700" algn="l"/>
                <a:tab pos="5041900" algn="l"/>
                <a:tab pos="5499100" algn="l"/>
                <a:tab pos="5956300" algn="l"/>
                <a:tab pos="6413500" algn="l"/>
                <a:tab pos="6870700" algn="l"/>
                <a:tab pos="7327900" algn="l"/>
                <a:tab pos="7785100" algn="l"/>
                <a:tab pos="8242300" algn="l"/>
                <a:tab pos="8699500" algn="l"/>
                <a:tab pos="9156700" algn="l"/>
                <a:tab pos="96139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469900" algn="l"/>
                <a:tab pos="927100" algn="l"/>
                <a:tab pos="1384300" algn="l"/>
                <a:tab pos="1841500" algn="l"/>
                <a:tab pos="2298700" algn="l"/>
                <a:tab pos="2755900" algn="l"/>
                <a:tab pos="3213100" algn="l"/>
                <a:tab pos="3670300" algn="l"/>
                <a:tab pos="4127500" algn="l"/>
                <a:tab pos="4584700" algn="l"/>
                <a:tab pos="5041900" algn="l"/>
                <a:tab pos="5499100" algn="l"/>
                <a:tab pos="5956300" algn="l"/>
                <a:tab pos="6413500" algn="l"/>
                <a:tab pos="6870700" algn="l"/>
                <a:tab pos="7327900" algn="l"/>
                <a:tab pos="7785100" algn="l"/>
                <a:tab pos="8242300" algn="l"/>
                <a:tab pos="8699500" algn="l"/>
                <a:tab pos="9156700" algn="l"/>
                <a:tab pos="96139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9900" algn="l"/>
                <a:tab pos="927100" algn="l"/>
                <a:tab pos="1384300" algn="l"/>
                <a:tab pos="1841500" algn="l"/>
                <a:tab pos="2298700" algn="l"/>
                <a:tab pos="2755900" algn="l"/>
                <a:tab pos="3213100" algn="l"/>
                <a:tab pos="3670300" algn="l"/>
                <a:tab pos="4127500" algn="l"/>
                <a:tab pos="4584700" algn="l"/>
                <a:tab pos="5041900" algn="l"/>
                <a:tab pos="5499100" algn="l"/>
                <a:tab pos="5956300" algn="l"/>
                <a:tab pos="6413500" algn="l"/>
                <a:tab pos="6870700" algn="l"/>
                <a:tab pos="7327900" algn="l"/>
                <a:tab pos="7785100" algn="l"/>
                <a:tab pos="8242300" algn="l"/>
                <a:tab pos="8699500" algn="l"/>
                <a:tab pos="9156700" algn="l"/>
                <a:tab pos="96139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9900" algn="l"/>
                <a:tab pos="927100" algn="l"/>
                <a:tab pos="1384300" algn="l"/>
                <a:tab pos="1841500" algn="l"/>
                <a:tab pos="2298700" algn="l"/>
                <a:tab pos="2755900" algn="l"/>
                <a:tab pos="3213100" algn="l"/>
                <a:tab pos="3670300" algn="l"/>
                <a:tab pos="4127500" algn="l"/>
                <a:tab pos="4584700" algn="l"/>
                <a:tab pos="5041900" algn="l"/>
                <a:tab pos="5499100" algn="l"/>
                <a:tab pos="5956300" algn="l"/>
                <a:tab pos="6413500" algn="l"/>
                <a:tab pos="6870700" algn="l"/>
                <a:tab pos="7327900" algn="l"/>
                <a:tab pos="7785100" algn="l"/>
                <a:tab pos="8242300" algn="l"/>
                <a:tab pos="8699500" algn="l"/>
                <a:tab pos="9156700" algn="l"/>
                <a:tab pos="96139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9900" algn="l"/>
                <a:tab pos="927100" algn="l"/>
                <a:tab pos="1384300" algn="l"/>
                <a:tab pos="1841500" algn="l"/>
                <a:tab pos="2298700" algn="l"/>
                <a:tab pos="2755900" algn="l"/>
                <a:tab pos="3213100" algn="l"/>
                <a:tab pos="3670300" algn="l"/>
                <a:tab pos="4127500" algn="l"/>
                <a:tab pos="4584700" algn="l"/>
                <a:tab pos="5041900" algn="l"/>
                <a:tab pos="5499100" algn="l"/>
                <a:tab pos="5956300" algn="l"/>
                <a:tab pos="6413500" algn="l"/>
                <a:tab pos="6870700" algn="l"/>
                <a:tab pos="7327900" algn="l"/>
                <a:tab pos="7785100" algn="l"/>
                <a:tab pos="8242300" algn="l"/>
                <a:tab pos="8699500" algn="l"/>
                <a:tab pos="9156700" algn="l"/>
                <a:tab pos="96139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469900" algn="l"/>
                <a:tab pos="927100" algn="l"/>
                <a:tab pos="1384300" algn="l"/>
                <a:tab pos="1841500" algn="l"/>
                <a:tab pos="2298700" algn="l"/>
                <a:tab pos="2755900" algn="l"/>
                <a:tab pos="3213100" algn="l"/>
                <a:tab pos="3670300" algn="l"/>
                <a:tab pos="4127500" algn="l"/>
                <a:tab pos="4584700" algn="l"/>
                <a:tab pos="5041900" algn="l"/>
                <a:tab pos="5499100" algn="l"/>
                <a:tab pos="5956300" algn="l"/>
                <a:tab pos="6413500" algn="l"/>
                <a:tab pos="6870700" algn="l"/>
                <a:tab pos="7327900" algn="l"/>
                <a:tab pos="7785100" algn="l"/>
                <a:tab pos="8242300" algn="l"/>
                <a:tab pos="8699500" algn="l"/>
                <a:tab pos="9156700" algn="l"/>
                <a:tab pos="96139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Bef>
                <a:spcPts val="450"/>
              </a:spcBef>
              <a:spcAft>
                <a:spcPct val="0"/>
              </a:spcAft>
              <a:buClrTx/>
              <a:buFontTx/>
              <a:buNone/>
            </a:pPr>
            <a:r>
              <a:rPr lang="en-US" altLang="en-US" sz="2000" b="1">
                <a:cs typeface="DejaVu Sans" charset="0"/>
              </a:rPr>
              <a:t>OPTICAL  SENSORS</a:t>
            </a:r>
          </a:p>
          <a:p>
            <a:pPr eaLnBrk="1" hangingPunct="1">
              <a:lnSpc>
                <a:spcPct val="100000"/>
              </a:lnSpc>
              <a:spcBef>
                <a:spcPts val="450"/>
              </a:spcBef>
              <a:spcAft>
                <a:spcPct val="0"/>
              </a:spcAft>
              <a:buClr>
                <a:srgbClr val="CC0000"/>
              </a:buClr>
              <a:buFont typeface="Wingdings" panose="05000000000000000000" pitchFamily="2" charset="2"/>
              <a:buChar char=""/>
            </a:pPr>
            <a:r>
              <a:rPr lang="en-US" altLang="en-US" sz="1800">
                <a:cs typeface="DejaVu Sans" charset="0"/>
              </a:rPr>
              <a:t>It is used for measuring exposure in cameras, optical angle encoders</a:t>
            </a:r>
          </a:p>
          <a:p>
            <a:pPr eaLnBrk="1" hangingPunct="1">
              <a:lnSpc>
                <a:spcPct val="100000"/>
              </a:lnSpc>
              <a:spcBef>
                <a:spcPts val="450"/>
              </a:spcBef>
              <a:spcAft>
                <a:spcPct val="0"/>
              </a:spcAft>
              <a:buClrTx/>
              <a:buFontTx/>
              <a:buNone/>
            </a:pPr>
            <a:endParaRPr lang="en-US" altLang="en-US" sz="1800">
              <a:cs typeface="DejaVu Sans" charset="0"/>
            </a:endParaRPr>
          </a:p>
          <a:p>
            <a:pPr eaLnBrk="1" hangingPunct="1">
              <a:lnSpc>
                <a:spcPct val="100000"/>
              </a:lnSpc>
              <a:spcBef>
                <a:spcPts val="450"/>
              </a:spcBef>
              <a:spcAft>
                <a:spcPct val="0"/>
              </a:spcAft>
              <a:buClrTx/>
              <a:buFontTx/>
              <a:buNone/>
            </a:pPr>
            <a:r>
              <a:rPr lang="en-US" altLang="en-US" sz="1800" b="1">
                <a:cs typeface="DejaVu Sans" charset="0"/>
              </a:rPr>
              <a:t>                                         </a:t>
            </a:r>
            <a:r>
              <a:rPr lang="en-US" altLang="en-US" sz="2000" b="1">
                <a:cs typeface="DejaVu Sans" charset="0"/>
              </a:rPr>
              <a:t>   ACCELEROMETER</a:t>
            </a:r>
          </a:p>
          <a:p>
            <a:pPr eaLnBrk="1" hangingPunct="1">
              <a:lnSpc>
                <a:spcPct val="100000"/>
              </a:lnSpc>
              <a:spcBef>
                <a:spcPts val="450"/>
              </a:spcBef>
              <a:spcAft>
                <a:spcPct val="0"/>
              </a:spcAft>
              <a:buClr>
                <a:srgbClr val="CC0000"/>
              </a:buClr>
              <a:buFont typeface="Wingdings" panose="05000000000000000000" pitchFamily="2" charset="2"/>
              <a:buChar char=""/>
            </a:pPr>
            <a:r>
              <a:rPr lang="en-US" altLang="en-US" sz="1800">
                <a:cs typeface="DejaVu Sans" charset="0"/>
              </a:rPr>
              <a:t>It consists of sensing element and electronics on SILICON </a:t>
            </a:r>
          </a:p>
          <a:p>
            <a:pPr eaLnBrk="1" hangingPunct="1">
              <a:lnSpc>
                <a:spcPct val="100000"/>
              </a:lnSpc>
              <a:spcBef>
                <a:spcPts val="450"/>
              </a:spcBef>
              <a:spcAft>
                <a:spcPct val="0"/>
              </a:spcAft>
              <a:buClrTx/>
              <a:buFontTx/>
              <a:buNone/>
            </a:pPr>
            <a:endParaRPr lang="en-US" altLang="en-US" sz="1800">
              <a:cs typeface="DejaVu Sans" charset="0"/>
            </a:endParaRPr>
          </a:p>
          <a:p>
            <a:pPr algn="ctr" eaLnBrk="1" hangingPunct="1">
              <a:lnSpc>
                <a:spcPct val="100000"/>
              </a:lnSpc>
              <a:spcBef>
                <a:spcPts val="450"/>
              </a:spcBef>
              <a:spcAft>
                <a:spcPct val="0"/>
              </a:spcAft>
              <a:buClrTx/>
              <a:buFontTx/>
              <a:buNone/>
            </a:pPr>
            <a:r>
              <a:rPr lang="en-US" altLang="en-US" sz="2000" b="1">
                <a:cs typeface="DejaVu Sans" charset="0"/>
              </a:rPr>
              <a:t>INTREGATED MULTI SENSOR</a:t>
            </a:r>
            <a:r>
              <a:rPr lang="en-US" altLang="en-US" sz="1800" b="1">
                <a:cs typeface="DejaVu Sans" charset="0"/>
              </a:rPr>
              <a:t> </a:t>
            </a:r>
          </a:p>
          <a:p>
            <a:pPr eaLnBrk="1" hangingPunct="1">
              <a:lnSpc>
                <a:spcPct val="100000"/>
              </a:lnSpc>
              <a:spcBef>
                <a:spcPts val="450"/>
              </a:spcBef>
              <a:spcAft>
                <a:spcPct val="0"/>
              </a:spcAft>
              <a:buClr>
                <a:srgbClr val="CC0000"/>
              </a:buClr>
              <a:buFont typeface="Wingdings" panose="05000000000000000000" pitchFamily="2" charset="2"/>
              <a:buChar char=""/>
            </a:pPr>
            <a:r>
              <a:rPr lang="en-US" altLang="en-US" sz="1800">
                <a:cs typeface="DejaVu Sans" charset="0"/>
              </a:rPr>
              <a:t>This chip was fabricated using conventional Silicon planer processing, Silicon Micro machining and thin deposition technique.</a:t>
            </a:r>
          </a:p>
          <a:p>
            <a:pPr eaLnBrk="1" hangingPunct="1">
              <a:lnSpc>
                <a:spcPct val="100000"/>
              </a:lnSpc>
              <a:spcBef>
                <a:spcPts val="450"/>
              </a:spcBef>
              <a:spcAft>
                <a:spcPct val="0"/>
              </a:spcAft>
              <a:buClr>
                <a:srgbClr val="CC0000"/>
              </a:buClr>
              <a:buFont typeface="Wingdings" panose="05000000000000000000" pitchFamily="2" charset="2"/>
              <a:buNone/>
            </a:pPr>
            <a:endParaRPr lang="en-US" altLang="en-US" sz="1800">
              <a:cs typeface="DejaVu Sans" charset="0"/>
            </a:endParaRPr>
          </a:p>
          <a:p>
            <a:pPr eaLnBrk="1" hangingPunct="1">
              <a:lnSpc>
                <a:spcPct val="100000"/>
              </a:lnSpc>
              <a:spcBef>
                <a:spcPts val="450"/>
              </a:spcBef>
              <a:spcAft>
                <a:spcPct val="0"/>
              </a:spcAft>
              <a:buClrTx/>
              <a:buSzTx/>
              <a:buFontTx/>
              <a:buNone/>
            </a:pPr>
            <a:r>
              <a:rPr lang="en-US" altLang="en-US" sz="2400">
                <a:latin typeface="Times New Roman" panose="02020603050405020304" pitchFamily="18" charset="0"/>
                <a:cs typeface="DejaVu Sans" charset="0"/>
              </a:rPr>
              <a:t>                              </a:t>
            </a:r>
            <a:r>
              <a:rPr lang="en-US" altLang="en-US" sz="2000" b="1">
                <a:cs typeface="DejaVu Sans" charset="0"/>
              </a:rPr>
              <a:t>INFRARED DETECTOR ARRAY</a:t>
            </a:r>
          </a:p>
          <a:p>
            <a:pPr eaLnBrk="1" hangingPunct="1">
              <a:lnSpc>
                <a:spcPct val="100000"/>
              </a:lnSpc>
              <a:spcBef>
                <a:spcPts val="450"/>
              </a:spcBef>
              <a:spcAft>
                <a:spcPct val="0"/>
              </a:spcAft>
              <a:buClr>
                <a:srgbClr val="CC0000"/>
              </a:buClr>
              <a:buFont typeface="Wingdings" panose="05000000000000000000" pitchFamily="2" charset="2"/>
              <a:buChar char=""/>
            </a:pPr>
            <a:r>
              <a:rPr lang="en-US" altLang="en-US" sz="1800">
                <a:cs typeface="DejaVu Sans" charset="0"/>
              </a:rPr>
              <a:t>The infrared-sensing element was developed using polysilicon  -Au thermocouples &amp; thin film dielectric diaphragm to support the thermocouples.  </a:t>
            </a:r>
          </a:p>
          <a:p>
            <a:pPr eaLnBrk="1" hangingPunct="1">
              <a:lnSpc>
                <a:spcPct val="100000"/>
              </a:lnSpc>
              <a:spcBef>
                <a:spcPts val="450"/>
              </a:spcBef>
              <a:spcAft>
                <a:spcPct val="0"/>
              </a:spcAft>
              <a:buClrTx/>
              <a:buFontTx/>
              <a:buNone/>
            </a:pPr>
            <a:endParaRPr lang="en-US" altLang="en-US" sz="1800">
              <a:cs typeface="DejaVu Sans" charset="0"/>
            </a:endParaRPr>
          </a:p>
          <a:p>
            <a:pPr eaLnBrk="1" hangingPunct="1">
              <a:lnSpc>
                <a:spcPct val="100000"/>
              </a:lnSpc>
              <a:spcBef>
                <a:spcPts val="450"/>
              </a:spcBef>
              <a:spcAft>
                <a:spcPct val="0"/>
              </a:spcAft>
              <a:buClrTx/>
              <a:buFontTx/>
              <a:buNone/>
            </a:pPr>
            <a:endParaRPr lang="en-US" altLang="en-US" sz="1800">
              <a:cs typeface="DejaVu Sans" charset="0"/>
            </a:endParaRPr>
          </a:p>
          <a:p>
            <a:pPr eaLnBrk="1" hangingPunct="1">
              <a:lnSpc>
                <a:spcPct val="100000"/>
              </a:lnSpc>
              <a:spcBef>
                <a:spcPts val="450"/>
              </a:spcBef>
              <a:spcAft>
                <a:spcPct val="0"/>
              </a:spcAft>
              <a:buClrTx/>
              <a:buFontTx/>
              <a:buNone/>
            </a:pPr>
            <a:endParaRPr lang="en-US" altLang="en-US" sz="1800">
              <a:cs typeface="DejaVu Sans" charset="0"/>
            </a:endParaRPr>
          </a:p>
        </p:txBody>
      </p:sp>
      <p:sp>
        <p:nvSpPr>
          <p:cNvPr id="45060" name="Rectangle 3">
            <a:extLst>
              <a:ext uri="{FF2B5EF4-FFF2-40B4-BE49-F238E27FC236}">
                <a16:creationId xmlns:a16="http://schemas.microsoft.com/office/drawing/2014/main" id="{1E4A31E5-6355-4627-D941-C3632519DEFC}"/>
              </a:ext>
            </a:extLst>
          </p:cNvPr>
          <p:cNvSpPr>
            <a:spLocks noChangeArrowheads="1"/>
          </p:cNvSpPr>
          <p:nvPr/>
        </p:nvSpPr>
        <p:spPr bwMode="auto">
          <a:xfrm>
            <a:off x="533400" y="4953000"/>
            <a:ext cx="800100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cs typeface="Arial Unicode MS" charset="0"/>
            </a:endParaRPr>
          </a:p>
        </p:txBody>
      </p:sp>
      <p:sp>
        <p:nvSpPr>
          <p:cNvPr id="45061" name="Text Box 4">
            <a:extLst>
              <a:ext uri="{FF2B5EF4-FFF2-40B4-BE49-F238E27FC236}">
                <a16:creationId xmlns:a16="http://schemas.microsoft.com/office/drawing/2014/main" id="{8BDC370E-9828-383D-B80F-40297E95F8C9}"/>
              </a:ext>
            </a:extLst>
          </p:cNvPr>
          <p:cNvSpPr txBox="1">
            <a:spLocks noChangeArrowheads="1"/>
          </p:cNvSpPr>
          <p:nvPr/>
        </p:nvSpPr>
        <p:spPr bwMode="auto">
          <a:xfrm>
            <a:off x="2587625" y="6067425"/>
            <a:ext cx="3817938"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ClrTx/>
              <a:buFontTx/>
              <a:buNone/>
            </a:pPr>
            <a:r>
              <a:rPr lang="en-US" altLang="en-US" sz="1800">
                <a:cs typeface="DejaVu Sans" charset="0"/>
              </a:rPr>
              <a:t> </a:t>
            </a:r>
          </a:p>
        </p:txBody>
      </p:sp>
    </p:spTree>
  </p:cSld>
  <p:clrMapOvr>
    <a:masterClrMapping/>
  </p:clrMapOvr>
  <p:transition spd="med">
    <p:wipe dir="u"/>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1">
            <a:extLst>
              <a:ext uri="{FF2B5EF4-FFF2-40B4-BE49-F238E27FC236}">
                <a16:creationId xmlns:a16="http://schemas.microsoft.com/office/drawing/2014/main" id="{F628CC87-0E14-0F03-DE69-2C980D5E3943}"/>
              </a:ext>
            </a:extLst>
          </p:cNvPr>
          <p:cNvSpPr txBox="1">
            <a:spLocks noChangeArrowheads="1"/>
          </p:cNvSpPr>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gn="ctr" eaLnBrk="1" hangingPunct="1">
              <a:lnSpc>
                <a:spcPct val="100000"/>
              </a:lnSpc>
              <a:spcAft>
                <a:spcPct val="0"/>
              </a:spcAft>
              <a:buClrTx/>
              <a:buFontTx/>
              <a:buNone/>
            </a:pPr>
            <a:r>
              <a:rPr lang="en-US" altLang="en-US" sz="4200" b="1">
                <a:solidFill>
                  <a:srgbClr val="800000"/>
                </a:solidFill>
                <a:cs typeface="DejaVu Sans" charset="0"/>
              </a:rPr>
              <a:t>CONCLUSION </a:t>
            </a:r>
          </a:p>
        </p:txBody>
      </p:sp>
      <p:sp>
        <p:nvSpPr>
          <p:cNvPr id="47107" name="Text Box 2">
            <a:extLst>
              <a:ext uri="{FF2B5EF4-FFF2-40B4-BE49-F238E27FC236}">
                <a16:creationId xmlns:a16="http://schemas.microsoft.com/office/drawing/2014/main" id="{F220A2D7-E37D-F509-E7CA-DA6EB417D32E}"/>
              </a:ext>
            </a:extLst>
          </p:cNvPr>
          <p:cNvSpPr txBox="1">
            <a:spLocks noChangeArrowheads="1"/>
          </p:cNvSpPr>
          <p:nvPr/>
        </p:nvSpPr>
        <p:spPr bwMode="auto">
          <a:xfrm>
            <a:off x="457200" y="2286000"/>
            <a:ext cx="8229600" cy="228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cs typeface="Arial Unicode MS" charset="0"/>
              </a:defRPr>
            </a:lvl9pPr>
          </a:lstStyle>
          <a:p>
            <a:pPr>
              <a:lnSpc>
                <a:spcPct val="100000"/>
              </a:lnSpc>
              <a:spcAft>
                <a:spcPct val="0"/>
              </a:spcAft>
              <a:buClrTx/>
              <a:buFontTx/>
              <a:buNone/>
            </a:pPr>
            <a:r>
              <a:rPr lang="en-US" altLang="en-US" sz="2400">
                <a:cs typeface="DejaVu Sans" charset="0"/>
              </a:rPr>
              <a:t>In conclusion, silicon is very suitable material for fabrication of smart sensors. But still a lot of research is required to get benefits of the smart sensor, but from the experience of already existing devices, we can expect that in the coming decade a large number of successful smart sensors will emerge</a:t>
            </a:r>
            <a:r>
              <a:rPr lang="en-US" altLang="en-US" sz="1800">
                <a:cs typeface="DejaVu Sans" charset="0"/>
              </a:rPr>
              <a:t>.</a:t>
            </a:r>
          </a:p>
        </p:txBody>
      </p:sp>
    </p:spTree>
  </p:cSld>
  <p:clrMapOvr>
    <a:masterClrMapping/>
  </p:clrMapOvr>
  <p:transition spd="med">
    <p:strips dir="rd"/>
  </p:transition>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1">
            <a:extLst>
              <a:ext uri="{FF2B5EF4-FFF2-40B4-BE49-F238E27FC236}">
                <a16:creationId xmlns:a16="http://schemas.microsoft.com/office/drawing/2014/main" id="{579C581D-4A33-156E-308A-C00E74F17656}"/>
              </a:ext>
            </a:extLst>
          </p:cNvPr>
          <p:cNvSpPr txBox="1">
            <a:spLocks noChangeArrowheads="1"/>
          </p:cNvSpPr>
          <p:nvPr/>
        </p:nvSpPr>
        <p:spPr bwMode="auto">
          <a:xfrm>
            <a:off x="1143000" y="1600200"/>
            <a:ext cx="6858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ctr"/>
          <a:lstStyle>
            <a:lvl1pPr>
              <a:lnSpc>
                <a:spcPct val="93000"/>
              </a:lnSpc>
              <a:spcAft>
                <a:spcPts val="1425"/>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3200">
                <a:solidFill>
                  <a:srgbClr val="000000"/>
                </a:solidFill>
                <a:latin typeface="Arial" panose="020B0604020202020204" pitchFamily="34" charset="0"/>
                <a:cs typeface="Arial Unicode MS" charset="0"/>
              </a:defRPr>
            </a:lvl1pPr>
            <a:lvl2pPr>
              <a:lnSpc>
                <a:spcPct val="93000"/>
              </a:lnSpc>
              <a:spcAft>
                <a:spcPts val="113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800">
                <a:solidFill>
                  <a:srgbClr val="000000"/>
                </a:solidFill>
                <a:latin typeface="Arial" panose="020B0604020202020204" pitchFamily="34" charset="0"/>
                <a:cs typeface="Arial Unicode MS" charset="0"/>
              </a:defRPr>
            </a:lvl2pPr>
            <a:lvl3pPr>
              <a:lnSpc>
                <a:spcPct val="93000"/>
              </a:lnSpc>
              <a:spcAft>
                <a:spcPts val="850"/>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400">
                <a:solidFill>
                  <a:srgbClr val="000000"/>
                </a:solidFill>
                <a:latin typeface="Arial" panose="020B0604020202020204" pitchFamily="34" charset="0"/>
                <a:cs typeface="Arial Unicode MS" charset="0"/>
              </a:defRPr>
            </a:lvl3pPr>
            <a:lvl4pPr>
              <a:lnSpc>
                <a:spcPct val="93000"/>
              </a:lnSpc>
              <a:spcAft>
                <a:spcPts val="575"/>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4pPr>
            <a:lvl5pPr>
              <a:lnSpc>
                <a:spcPct val="93000"/>
              </a:lnSpc>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5pPr>
            <a:lvl6pPr marL="25146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6pPr>
            <a:lvl7pPr marL="29718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7pPr>
            <a:lvl8pPr marL="34290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8pPr>
            <a:lvl9pPr marL="3886200" indent="-228600" defTabSz="457200" eaLnBrk="0" fontAlgn="base" hangingPunct="0">
              <a:lnSpc>
                <a:spcPct val="93000"/>
              </a:lnSpc>
              <a:spcBef>
                <a:spcPct val="0"/>
              </a:spcBef>
              <a:spcAft>
                <a:spcPts val="288"/>
              </a:spcAft>
              <a:buClr>
                <a:srgbClr val="000000"/>
              </a:buClr>
              <a:buSzPct val="100000"/>
              <a:buFont typeface="Times New Roman"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sz="2000">
                <a:solidFill>
                  <a:srgbClr val="000000"/>
                </a:solidFill>
                <a:latin typeface="Arial" panose="020B0604020202020204" pitchFamily="34" charset="0"/>
                <a:cs typeface="Arial Unicode MS" charset="0"/>
              </a:defRPr>
            </a:lvl9pPr>
          </a:lstStyle>
          <a:p>
            <a:pPr algn="ctr">
              <a:buFont typeface="Times New Roman" panose="02020603050405020304" pitchFamily="18" charset="0"/>
              <a:buNone/>
            </a:pPr>
            <a:r>
              <a:rPr lang="en-US" altLang="en-US" sz="4400" b="1">
                <a:solidFill>
                  <a:srgbClr val="800000"/>
                </a:solidFill>
                <a:cs typeface="DejaVu Sans" charset="0"/>
              </a:rPr>
              <a:t>THANK YOU FOR YOUR </a:t>
            </a:r>
          </a:p>
          <a:p>
            <a:pPr algn="ctr">
              <a:buFont typeface="Times New Roman" panose="02020603050405020304" pitchFamily="18" charset="0"/>
              <a:buNone/>
            </a:pPr>
            <a:r>
              <a:rPr lang="en-US" altLang="en-US" sz="4400" b="1">
                <a:solidFill>
                  <a:srgbClr val="800000"/>
                </a:solidFill>
                <a:cs typeface="DejaVu Sans" charset="0"/>
              </a:rPr>
              <a:t>CO-OPERATION</a:t>
            </a:r>
          </a:p>
        </p:txBody>
      </p:sp>
    </p:spTree>
  </p:cSld>
  <p:clrMapOvr>
    <a:masterClrMapping/>
  </p:clrMapOvr>
  <p:transition spd="med">
    <p:dissolve/>
  </p:transition>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Verdana"/>
        <a:ea typeface="DejaVu Sans"/>
        <a:cs typeface="DejaVu Sans"/>
      </a:majorFont>
      <a:minorFont>
        <a:latin typeface="Verdana"/>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Verdana"/>
        <a:ea typeface="DejaVu Sans"/>
        <a:cs typeface="DejaVu Sans"/>
      </a:majorFont>
      <a:minorFont>
        <a:latin typeface="Verdana"/>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Arial Unicode MS"/>
      </a:majorFont>
      <a:minorFont>
        <a:latin typeface="Arial"/>
        <a:ea typeface=""/>
        <a:cs typeface="Arial Unicode M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326</TotalTime>
  <Words>1742</Words>
  <Application>Microsoft Office PowerPoint</Application>
  <PresentationFormat>On-screen Show (4:3)</PresentationFormat>
  <Paragraphs>231</Paragraphs>
  <Slides>23</Slides>
  <Notes>22</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0</vt:i4>
      </vt:variant>
      <vt:variant>
        <vt:lpstr>Slide Titles</vt:lpstr>
      </vt:variant>
      <vt:variant>
        <vt:i4>23</vt:i4>
      </vt:variant>
    </vt:vector>
  </HeadingPairs>
  <TitlesOfParts>
    <vt:vector size="34" baseType="lpstr">
      <vt:lpstr>Arial</vt:lpstr>
      <vt:lpstr>DejaVu Sans</vt:lpstr>
      <vt:lpstr>Verdana</vt:lpstr>
      <vt:lpstr>Times New Roman</vt:lpstr>
      <vt:lpstr>Arial Unicode MS</vt:lpstr>
      <vt:lpstr>Algerian</vt:lpstr>
      <vt:lpstr>Wingdings</vt:lpstr>
      <vt:lpstr>Univers Condensed</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DESCRIPTION OF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IMORTANCE &amp; ADOPTION OF SMART SENSOR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SMART SENSOR</dc:title>
  <dc:creator>AA</dc:creator>
  <cp:lastModifiedBy>User</cp:lastModifiedBy>
  <cp:revision>45</cp:revision>
  <cp:lastPrinted>1601-01-01T00:00:00Z</cp:lastPrinted>
  <dcterms:created xsi:type="dcterms:W3CDTF">2007-09-26T06:49:10Z</dcterms:created>
  <dcterms:modified xsi:type="dcterms:W3CDTF">2025-11-11T15:01:11Z</dcterms:modified>
</cp:coreProperties>
</file>